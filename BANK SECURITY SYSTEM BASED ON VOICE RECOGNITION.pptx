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0"/>
  </p:notesMasterIdLst>
  <p:sldIdLst>
    <p:sldId id="256" r:id="rId2"/>
    <p:sldId id="257" r:id="rId3"/>
    <p:sldId id="269" r:id="rId4"/>
    <p:sldId id="258" r:id="rId5"/>
    <p:sldId id="264" r:id="rId6"/>
    <p:sldId id="265" r:id="rId7"/>
    <p:sldId id="266" r:id="rId8"/>
    <p:sldId id="260" r:id="rId9"/>
    <p:sldId id="261" r:id="rId10"/>
    <p:sldId id="263" r:id="rId11"/>
    <p:sldId id="268" r:id="rId12"/>
    <p:sldId id="275" r:id="rId13"/>
    <p:sldId id="270" r:id="rId14"/>
    <p:sldId id="271" r:id="rId15"/>
    <p:sldId id="272" r:id="rId16"/>
    <p:sldId id="273" r:id="rId17"/>
    <p:sldId id="274" r:id="rId18"/>
    <p:sldId id="26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P\Documents\Book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Result</a:t>
            </a:r>
            <a:r>
              <a:rPr lang="en-US" baseline="0" dirty="0"/>
              <a:t> Summary</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True Verification(Accurate)</c:v>
                </c:pt>
              </c:strCache>
            </c:strRef>
          </c:tx>
          <c:spPr>
            <a:solidFill>
              <a:schemeClr val="accent1">
                <a:shade val="58000"/>
              </a:schemeClr>
            </a:solidFill>
            <a:ln>
              <a:noFill/>
            </a:ln>
            <a:effectLst/>
          </c:spPr>
          <c:invertIfNegative val="0"/>
          <c:cat>
            <c:numRef>
              <c:f>Sheet1!$A$2:$A$5</c:f>
              <c:numCache>
                <c:formatCode>General</c:formatCode>
                <c:ptCount val="4"/>
                <c:pt idx="0">
                  <c:v>1</c:v>
                </c:pt>
                <c:pt idx="1">
                  <c:v>2</c:v>
                </c:pt>
                <c:pt idx="2">
                  <c:v>3</c:v>
                </c:pt>
                <c:pt idx="3">
                  <c:v>4</c:v>
                </c:pt>
              </c:numCache>
            </c:numRef>
          </c:cat>
          <c:val>
            <c:numRef>
              <c:f>Sheet1!$B$2:$B$5</c:f>
              <c:numCache>
                <c:formatCode>General</c:formatCode>
                <c:ptCount val="4"/>
                <c:pt idx="0">
                  <c:v>26</c:v>
                </c:pt>
                <c:pt idx="1">
                  <c:v>27</c:v>
                </c:pt>
                <c:pt idx="2">
                  <c:v>28</c:v>
                </c:pt>
                <c:pt idx="3">
                  <c:v>27</c:v>
                </c:pt>
              </c:numCache>
            </c:numRef>
          </c:val>
          <c:extLst>
            <c:ext xmlns:c16="http://schemas.microsoft.com/office/drawing/2014/chart" uri="{C3380CC4-5D6E-409C-BE32-E72D297353CC}">
              <c16:uniqueId val="{00000000-C5EC-4583-8DC3-8F2A9D635FF2}"/>
            </c:ext>
          </c:extLst>
        </c:ser>
        <c:ser>
          <c:idx val="1"/>
          <c:order val="1"/>
          <c:tx>
            <c:strRef>
              <c:f>Sheet1!$C$1</c:f>
              <c:strCache>
                <c:ptCount val="1"/>
                <c:pt idx="0">
                  <c:v>True Verification-Attempt</c:v>
                </c:pt>
              </c:strCache>
            </c:strRef>
          </c:tx>
          <c:spPr>
            <a:solidFill>
              <a:schemeClr val="accent1">
                <a:shade val="86000"/>
              </a:schemeClr>
            </a:solidFill>
            <a:ln>
              <a:noFill/>
            </a:ln>
            <a:effectLst/>
          </c:spPr>
          <c:invertIfNegative val="0"/>
          <c:cat>
            <c:numRef>
              <c:f>Sheet1!$A$2:$A$5</c:f>
              <c:numCache>
                <c:formatCode>General</c:formatCode>
                <c:ptCount val="4"/>
                <c:pt idx="0">
                  <c:v>1</c:v>
                </c:pt>
                <c:pt idx="1">
                  <c:v>2</c:v>
                </c:pt>
                <c:pt idx="2">
                  <c:v>3</c:v>
                </c:pt>
                <c:pt idx="3">
                  <c:v>4</c:v>
                </c:pt>
              </c:numCache>
            </c:numRef>
          </c:cat>
          <c:val>
            <c:numRef>
              <c:f>Sheet1!$C$2:$C$5</c:f>
              <c:numCache>
                <c:formatCode>General</c:formatCode>
                <c:ptCount val="4"/>
                <c:pt idx="0">
                  <c:v>30</c:v>
                </c:pt>
                <c:pt idx="1">
                  <c:v>30</c:v>
                </c:pt>
                <c:pt idx="2">
                  <c:v>30</c:v>
                </c:pt>
                <c:pt idx="3">
                  <c:v>30</c:v>
                </c:pt>
              </c:numCache>
            </c:numRef>
          </c:val>
          <c:extLst>
            <c:ext xmlns:c16="http://schemas.microsoft.com/office/drawing/2014/chart" uri="{C3380CC4-5D6E-409C-BE32-E72D297353CC}">
              <c16:uniqueId val="{00000001-C5EC-4583-8DC3-8F2A9D635FF2}"/>
            </c:ext>
          </c:extLst>
        </c:ser>
        <c:ser>
          <c:idx val="2"/>
          <c:order val="2"/>
          <c:tx>
            <c:strRef>
              <c:f>Sheet1!$D$1</c:f>
              <c:strCache>
                <c:ptCount val="1"/>
                <c:pt idx="0">
                  <c:v>False Verification(Accurate)       </c:v>
                </c:pt>
              </c:strCache>
            </c:strRef>
          </c:tx>
          <c:spPr>
            <a:solidFill>
              <a:schemeClr val="accent1">
                <a:tint val="86000"/>
              </a:schemeClr>
            </a:solidFill>
            <a:ln>
              <a:noFill/>
            </a:ln>
            <a:effectLst/>
          </c:spPr>
          <c:invertIfNegative val="0"/>
          <c:cat>
            <c:numRef>
              <c:f>Sheet1!$A$2:$A$5</c:f>
              <c:numCache>
                <c:formatCode>General</c:formatCode>
                <c:ptCount val="4"/>
                <c:pt idx="0">
                  <c:v>1</c:v>
                </c:pt>
                <c:pt idx="1">
                  <c:v>2</c:v>
                </c:pt>
                <c:pt idx="2">
                  <c:v>3</c:v>
                </c:pt>
                <c:pt idx="3">
                  <c:v>4</c:v>
                </c:pt>
              </c:numCache>
            </c:numRef>
          </c:cat>
          <c:val>
            <c:numRef>
              <c:f>Sheet1!$D$2:$D$5</c:f>
              <c:numCache>
                <c:formatCode>General</c:formatCode>
                <c:ptCount val="4"/>
                <c:pt idx="0">
                  <c:v>27</c:v>
                </c:pt>
                <c:pt idx="1">
                  <c:v>26</c:v>
                </c:pt>
                <c:pt idx="2">
                  <c:v>28</c:v>
                </c:pt>
                <c:pt idx="3">
                  <c:v>28</c:v>
                </c:pt>
              </c:numCache>
            </c:numRef>
          </c:val>
          <c:extLst>
            <c:ext xmlns:c16="http://schemas.microsoft.com/office/drawing/2014/chart" uri="{C3380CC4-5D6E-409C-BE32-E72D297353CC}">
              <c16:uniqueId val="{00000002-C5EC-4583-8DC3-8F2A9D635FF2}"/>
            </c:ext>
          </c:extLst>
        </c:ser>
        <c:ser>
          <c:idx val="3"/>
          <c:order val="3"/>
          <c:tx>
            <c:strRef>
              <c:f>Sheet1!$E$1</c:f>
              <c:strCache>
                <c:ptCount val="1"/>
                <c:pt idx="0">
                  <c:v>False Verification Attempt</c:v>
                </c:pt>
              </c:strCache>
            </c:strRef>
          </c:tx>
          <c:spPr>
            <a:solidFill>
              <a:schemeClr val="accent1">
                <a:tint val="58000"/>
              </a:schemeClr>
            </a:solidFill>
            <a:ln>
              <a:noFill/>
            </a:ln>
            <a:effectLst/>
          </c:spPr>
          <c:invertIfNegative val="0"/>
          <c:cat>
            <c:numRef>
              <c:f>Sheet1!$A$2:$A$5</c:f>
              <c:numCache>
                <c:formatCode>General</c:formatCode>
                <c:ptCount val="4"/>
                <c:pt idx="0">
                  <c:v>1</c:v>
                </c:pt>
                <c:pt idx="1">
                  <c:v>2</c:v>
                </c:pt>
                <c:pt idx="2">
                  <c:v>3</c:v>
                </c:pt>
                <c:pt idx="3">
                  <c:v>4</c:v>
                </c:pt>
              </c:numCache>
            </c:numRef>
          </c:cat>
          <c:val>
            <c:numRef>
              <c:f>Sheet1!$E$2:$E$5</c:f>
              <c:numCache>
                <c:formatCode>General</c:formatCode>
                <c:ptCount val="4"/>
                <c:pt idx="0">
                  <c:v>30</c:v>
                </c:pt>
                <c:pt idx="1">
                  <c:v>30</c:v>
                </c:pt>
                <c:pt idx="2">
                  <c:v>30</c:v>
                </c:pt>
                <c:pt idx="3">
                  <c:v>30</c:v>
                </c:pt>
              </c:numCache>
            </c:numRef>
          </c:val>
          <c:extLst>
            <c:ext xmlns:c16="http://schemas.microsoft.com/office/drawing/2014/chart" uri="{C3380CC4-5D6E-409C-BE32-E72D297353CC}">
              <c16:uniqueId val="{00000003-C5EC-4583-8DC3-8F2A9D635FF2}"/>
            </c:ext>
          </c:extLst>
        </c:ser>
        <c:dLbls>
          <c:showLegendKey val="0"/>
          <c:showVal val="0"/>
          <c:showCatName val="0"/>
          <c:showSerName val="0"/>
          <c:showPercent val="0"/>
          <c:showBubbleSize val="0"/>
        </c:dLbls>
        <c:gapWidth val="219"/>
        <c:overlap val="-27"/>
        <c:axId val="542305328"/>
        <c:axId val="542306576"/>
      </c:barChart>
      <c:catAx>
        <c:axId val="542305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2306576"/>
        <c:crosses val="autoZero"/>
        <c:auto val="1"/>
        <c:lblAlgn val="ctr"/>
        <c:lblOffset val="100"/>
        <c:noMultiLvlLbl val="0"/>
      </c:catAx>
      <c:valAx>
        <c:axId val="5423065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23053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3">
  <a:schemeClr val="accent1"/>
  <a:schemeClr val="accent1"/>
  <a:schemeClr val="accent1"/>
  <a:schemeClr val="accent1"/>
  <a:schemeClr val="accent1"/>
  <a:schemeClr val="accent1"/>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1">
  <dgm:title val=""/>
  <dgm:desc val=""/>
  <dgm:catLst>
    <dgm:cat type="mainScheme" pri="10300"/>
  </dgm:catLst>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alignNode1">
    <dgm:fillClrLst meth="repeat">
      <a:schemeClr val="dk2"/>
    </dgm:fillClrLst>
    <dgm:linClrLst meth="repeat">
      <a:schemeClr val="dk2"/>
    </dgm:linClrLst>
    <dgm:effectClrLst/>
    <dgm:txLinClrLst/>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node0">
    <dgm:fillClrLst meth="repeat">
      <a:schemeClr val="dk2"/>
    </dgm:fillClrLst>
    <dgm:linClrLst meth="repeat">
      <a:schemeClr val="lt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FC01946-0218-4B6F-8FE4-F736F34D7D9D}" type="doc">
      <dgm:prSet loTypeId="urn:microsoft.com/office/officeart/2005/8/layout/process5#1" loCatId="process" qsTypeId="urn:microsoft.com/office/officeart/2005/8/quickstyle/simple1#1" qsCatId="simple" csTypeId="urn:microsoft.com/office/officeart/2005/8/colors/accent1_2#1" csCatId="accent1"/>
      <dgm:spPr/>
      <dgm:t>
        <a:bodyPr/>
        <a:lstStyle/>
        <a:p>
          <a:endParaRPr lang="en-US"/>
        </a:p>
      </dgm:t>
    </dgm:pt>
    <dgm:pt modelId="{CD6BA9D0-0F78-4773-8376-6B2303B28B22}">
      <dgm:prSet/>
      <dgm:spPr/>
      <dgm:t>
        <a:bodyPr/>
        <a:lstStyle/>
        <a:p>
          <a:r>
            <a:rPr lang="en-US" u="sng"/>
            <a:t>Microphone: 3000/=</a:t>
          </a:r>
          <a:endParaRPr lang="en-US"/>
        </a:p>
      </dgm:t>
    </dgm:pt>
    <dgm:pt modelId="{30C725BA-EBDE-4BA7-BE24-492537C43FCD}" type="parTrans" cxnId="{E80C5D2A-46F0-4D9E-9A40-15BD34C59B24}">
      <dgm:prSet/>
      <dgm:spPr/>
      <dgm:t>
        <a:bodyPr/>
        <a:lstStyle/>
        <a:p>
          <a:endParaRPr lang="en-US"/>
        </a:p>
      </dgm:t>
    </dgm:pt>
    <dgm:pt modelId="{792755AC-05FC-4BF7-A935-7410BC697EA2}" type="sibTrans" cxnId="{E80C5D2A-46F0-4D9E-9A40-15BD34C59B24}">
      <dgm:prSet/>
      <dgm:spPr/>
      <dgm:t>
        <a:bodyPr/>
        <a:lstStyle/>
        <a:p>
          <a:endParaRPr lang="en-US"/>
        </a:p>
      </dgm:t>
    </dgm:pt>
    <dgm:pt modelId="{279C67A7-AF87-4744-9012-D3AEB754FCDF}">
      <dgm:prSet/>
      <dgm:spPr/>
      <dgm:t>
        <a:bodyPr/>
        <a:lstStyle/>
        <a:p>
          <a:r>
            <a:rPr lang="en-US"/>
            <a:t>ANC (Active Noise cancellation) microphone required; hence increased cost.</a:t>
          </a:r>
        </a:p>
      </dgm:t>
    </dgm:pt>
    <dgm:pt modelId="{3D54FD6C-5AA0-4736-9855-5CA32CA46E2F}" type="parTrans" cxnId="{6076B74A-C588-40C4-865E-9FCE927194C0}">
      <dgm:prSet/>
      <dgm:spPr/>
      <dgm:t>
        <a:bodyPr/>
        <a:lstStyle/>
        <a:p>
          <a:endParaRPr lang="en-US"/>
        </a:p>
      </dgm:t>
    </dgm:pt>
    <dgm:pt modelId="{B7B9830F-1F90-41EE-9A02-33AFB1A1F0BE}" type="sibTrans" cxnId="{6076B74A-C588-40C4-865E-9FCE927194C0}">
      <dgm:prSet/>
      <dgm:spPr/>
      <dgm:t>
        <a:bodyPr/>
        <a:lstStyle/>
        <a:p>
          <a:endParaRPr lang="en-US"/>
        </a:p>
      </dgm:t>
    </dgm:pt>
    <dgm:pt modelId="{95662907-F96F-4B7E-AE3D-898CEAD25414}">
      <dgm:prSet/>
      <dgm:spPr/>
      <dgm:t>
        <a:bodyPr/>
        <a:lstStyle/>
        <a:p>
          <a:r>
            <a:rPr lang="en-US" u="sng"/>
            <a:t>Microphone Isolation Shield: 5500/=</a:t>
          </a:r>
          <a:endParaRPr lang="en-US"/>
        </a:p>
      </dgm:t>
    </dgm:pt>
    <dgm:pt modelId="{2A7A3EE2-6077-4245-9097-99E7D54A4E06}" type="parTrans" cxnId="{AE41C4EA-CCCD-46CC-B8E3-84293BE7E4F7}">
      <dgm:prSet/>
      <dgm:spPr/>
      <dgm:t>
        <a:bodyPr/>
        <a:lstStyle/>
        <a:p>
          <a:endParaRPr lang="en-US"/>
        </a:p>
      </dgm:t>
    </dgm:pt>
    <dgm:pt modelId="{16F3BB08-FB16-4D50-90DE-7C5DCCA75244}" type="sibTrans" cxnId="{AE41C4EA-CCCD-46CC-B8E3-84293BE7E4F7}">
      <dgm:prSet/>
      <dgm:spPr/>
      <dgm:t>
        <a:bodyPr/>
        <a:lstStyle/>
        <a:p>
          <a:endParaRPr lang="en-US"/>
        </a:p>
      </dgm:t>
    </dgm:pt>
    <dgm:pt modelId="{1AC25821-18DD-4A69-BF67-3A30C2561824}">
      <dgm:prSet/>
      <dgm:spPr/>
      <dgm:t>
        <a:bodyPr/>
        <a:lstStyle/>
        <a:p>
          <a:r>
            <a:rPr lang="en-US"/>
            <a:t>To avoid echoing of sound</a:t>
          </a:r>
        </a:p>
      </dgm:t>
    </dgm:pt>
    <dgm:pt modelId="{52A70846-87E2-43AB-B25B-9E184AB1EF94}" type="parTrans" cxnId="{BFA0A2AD-AB9E-452B-8296-071EDDF61781}">
      <dgm:prSet/>
      <dgm:spPr/>
      <dgm:t>
        <a:bodyPr/>
        <a:lstStyle/>
        <a:p>
          <a:endParaRPr lang="en-US"/>
        </a:p>
      </dgm:t>
    </dgm:pt>
    <dgm:pt modelId="{E1F27900-0595-4335-A322-3253EF565A17}" type="sibTrans" cxnId="{BFA0A2AD-AB9E-452B-8296-071EDDF61781}">
      <dgm:prSet/>
      <dgm:spPr/>
      <dgm:t>
        <a:bodyPr/>
        <a:lstStyle/>
        <a:p>
          <a:endParaRPr lang="en-US"/>
        </a:p>
      </dgm:t>
    </dgm:pt>
    <dgm:pt modelId="{25EDBED7-FEBD-43D8-BB59-BD5491E2D2B9}">
      <dgm:prSet/>
      <dgm:spPr/>
      <dgm:t>
        <a:bodyPr/>
        <a:lstStyle/>
        <a:p>
          <a:r>
            <a:rPr lang="en-US"/>
            <a:t>Source: </a:t>
          </a:r>
          <a:r>
            <a:rPr lang="en-US" i="1" u="sng"/>
            <a:t>bdstall.com</a:t>
          </a:r>
          <a:endParaRPr lang="en-US"/>
        </a:p>
      </dgm:t>
    </dgm:pt>
    <dgm:pt modelId="{03B61889-6844-49FB-A590-FF679231E6AF}" type="parTrans" cxnId="{093296F2-B978-48FB-884E-E54FEBA02594}">
      <dgm:prSet/>
      <dgm:spPr/>
      <dgm:t>
        <a:bodyPr/>
        <a:lstStyle/>
        <a:p>
          <a:endParaRPr lang="en-US"/>
        </a:p>
      </dgm:t>
    </dgm:pt>
    <dgm:pt modelId="{18CD64B2-A853-4046-9B70-9248BF55480C}" type="sibTrans" cxnId="{093296F2-B978-48FB-884E-E54FEBA02594}">
      <dgm:prSet/>
      <dgm:spPr/>
      <dgm:t>
        <a:bodyPr/>
        <a:lstStyle/>
        <a:p>
          <a:endParaRPr lang="en-US"/>
        </a:p>
      </dgm:t>
    </dgm:pt>
    <dgm:pt modelId="{097EE2BB-B3EC-426F-BB10-2CFD131EBAC0}">
      <dgm:prSet/>
      <dgm:spPr/>
      <dgm:t>
        <a:bodyPr/>
        <a:lstStyle/>
        <a:p>
          <a:r>
            <a:rPr lang="en-US" u="sng"/>
            <a:t>Glass Booth: 7000/=</a:t>
          </a:r>
          <a:endParaRPr lang="en-US"/>
        </a:p>
      </dgm:t>
    </dgm:pt>
    <dgm:pt modelId="{EA7126B1-695D-4332-9BB0-BF55BA13FB8E}" type="parTrans" cxnId="{3957AF80-E287-4D82-B4DC-4F1D8D015F3B}">
      <dgm:prSet/>
      <dgm:spPr/>
      <dgm:t>
        <a:bodyPr/>
        <a:lstStyle/>
        <a:p>
          <a:endParaRPr lang="en-US"/>
        </a:p>
      </dgm:t>
    </dgm:pt>
    <dgm:pt modelId="{93D2E471-150D-41E1-9920-523F9234B43C}" type="sibTrans" cxnId="{3957AF80-E287-4D82-B4DC-4F1D8D015F3B}">
      <dgm:prSet/>
      <dgm:spPr/>
      <dgm:t>
        <a:bodyPr/>
        <a:lstStyle/>
        <a:p>
          <a:endParaRPr lang="en-US"/>
        </a:p>
      </dgm:t>
    </dgm:pt>
    <dgm:pt modelId="{7FD6B677-5A3C-4657-84CE-A5959413938D}">
      <dgm:prSet/>
      <dgm:spPr/>
      <dgm:t>
        <a:bodyPr/>
        <a:lstStyle/>
        <a:p>
          <a:r>
            <a:rPr lang="en-US"/>
            <a:t>Approximately 7’X5’X5’ glass booth required.</a:t>
          </a:r>
        </a:p>
      </dgm:t>
    </dgm:pt>
    <dgm:pt modelId="{90CBBD04-29B8-48D8-B617-030CB1130892}" type="parTrans" cxnId="{9316151B-5A18-4D90-B0B7-B1A6DB8DF9AE}">
      <dgm:prSet/>
      <dgm:spPr/>
      <dgm:t>
        <a:bodyPr/>
        <a:lstStyle/>
        <a:p>
          <a:endParaRPr lang="en-US"/>
        </a:p>
      </dgm:t>
    </dgm:pt>
    <dgm:pt modelId="{05EA461E-1044-417A-98AC-650EC35D8D41}" type="sibTrans" cxnId="{9316151B-5A18-4D90-B0B7-B1A6DB8DF9AE}">
      <dgm:prSet/>
      <dgm:spPr/>
      <dgm:t>
        <a:bodyPr/>
        <a:lstStyle/>
        <a:p>
          <a:endParaRPr lang="en-US"/>
        </a:p>
      </dgm:t>
    </dgm:pt>
    <dgm:pt modelId="{91BE5CE9-784E-4F61-BEEE-6BA260CA884F}">
      <dgm:prSet/>
      <dgm:spPr/>
      <dgm:t>
        <a:bodyPr/>
        <a:lstStyle/>
        <a:p>
          <a:r>
            <a:rPr lang="en-US"/>
            <a:t>(Setup cost included)</a:t>
          </a:r>
        </a:p>
      </dgm:t>
    </dgm:pt>
    <dgm:pt modelId="{D5C1C75F-6740-437C-AB66-E7C02CDD72F7}" type="parTrans" cxnId="{63334019-F416-44A5-9B85-68D9E592B368}">
      <dgm:prSet/>
      <dgm:spPr/>
      <dgm:t>
        <a:bodyPr/>
        <a:lstStyle/>
        <a:p>
          <a:endParaRPr lang="en-US"/>
        </a:p>
      </dgm:t>
    </dgm:pt>
    <dgm:pt modelId="{45F18EB7-1472-4FC1-90F3-A7FE194B41B5}" type="sibTrans" cxnId="{63334019-F416-44A5-9B85-68D9E592B368}">
      <dgm:prSet/>
      <dgm:spPr/>
      <dgm:t>
        <a:bodyPr/>
        <a:lstStyle/>
        <a:p>
          <a:endParaRPr lang="en-US"/>
        </a:p>
      </dgm:t>
    </dgm:pt>
    <dgm:pt modelId="{836C77A1-CC61-4493-B894-8BC892AA82BF}">
      <dgm:prSet/>
      <dgm:spPr/>
      <dgm:t>
        <a:bodyPr/>
        <a:lstStyle/>
        <a:p>
          <a:r>
            <a:rPr lang="en-US"/>
            <a:t>Total Cost: 15500/=</a:t>
          </a:r>
        </a:p>
      </dgm:t>
    </dgm:pt>
    <dgm:pt modelId="{540B9D4B-4CE1-49A7-8488-DCF6053E8233}" type="parTrans" cxnId="{E39305E1-9820-44CD-8FFD-BE3F2D275C75}">
      <dgm:prSet/>
      <dgm:spPr/>
      <dgm:t>
        <a:bodyPr/>
        <a:lstStyle/>
        <a:p>
          <a:endParaRPr lang="en-US"/>
        </a:p>
      </dgm:t>
    </dgm:pt>
    <dgm:pt modelId="{534A7015-6F7F-4720-BE4A-7AA6D0EE84F8}" type="sibTrans" cxnId="{E39305E1-9820-44CD-8FFD-BE3F2D275C75}">
      <dgm:prSet/>
      <dgm:spPr/>
      <dgm:t>
        <a:bodyPr/>
        <a:lstStyle/>
        <a:p>
          <a:endParaRPr lang="en-US"/>
        </a:p>
      </dgm:t>
    </dgm:pt>
    <dgm:pt modelId="{B480F047-1F3F-4899-839E-85DAEB124ACB}" type="pres">
      <dgm:prSet presAssocID="{6FC01946-0218-4B6F-8FE4-F736F34D7D9D}" presName="diagram" presStyleCnt="0">
        <dgm:presLayoutVars>
          <dgm:dir/>
          <dgm:resizeHandles val="exact"/>
        </dgm:presLayoutVars>
      </dgm:prSet>
      <dgm:spPr/>
    </dgm:pt>
    <dgm:pt modelId="{29343BAC-F713-4DF0-AD79-952481B06E70}" type="pres">
      <dgm:prSet presAssocID="{CD6BA9D0-0F78-4773-8376-6B2303B28B22}" presName="node" presStyleLbl="node1" presStyleIdx="0" presStyleCnt="4">
        <dgm:presLayoutVars>
          <dgm:bulletEnabled val="1"/>
        </dgm:presLayoutVars>
      </dgm:prSet>
      <dgm:spPr/>
    </dgm:pt>
    <dgm:pt modelId="{63B0C5F5-3DAE-4C25-9CF8-E01253D3853D}" type="pres">
      <dgm:prSet presAssocID="{792755AC-05FC-4BF7-A935-7410BC697EA2}" presName="sibTrans" presStyleLbl="sibTrans2D1" presStyleIdx="0" presStyleCnt="3"/>
      <dgm:spPr/>
    </dgm:pt>
    <dgm:pt modelId="{F1D45DBC-F8A7-436F-ADA2-8253A4DCBCFE}" type="pres">
      <dgm:prSet presAssocID="{792755AC-05FC-4BF7-A935-7410BC697EA2}" presName="connectorText" presStyleLbl="sibTrans2D1" presStyleIdx="0" presStyleCnt="3"/>
      <dgm:spPr/>
    </dgm:pt>
    <dgm:pt modelId="{C8215430-648F-4B19-988D-51B84C0B7F6B}" type="pres">
      <dgm:prSet presAssocID="{95662907-F96F-4B7E-AE3D-898CEAD25414}" presName="node" presStyleLbl="node1" presStyleIdx="1" presStyleCnt="4">
        <dgm:presLayoutVars>
          <dgm:bulletEnabled val="1"/>
        </dgm:presLayoutVars>
      </dgm:prSet>
      <dgm:spPr/>
    </dgm:pt>
    <dgm:pt modelId="{D61DF2AA-0B89-43A0-881D-15FA5631DD1A}" type="pres">
      <dgm:prSet presAssocID="{16F3BB08-FB16-4D50-90DE-7C5DCCA75244}" presName="sibTrans" presStyleLbl="sibTrans2D1" presStyleIdx="1" presStyleCnt="3"/>
      <dgm:spPr/>
    </dgm:pt>
    <dgm:pt modelId="{9E155249-4EF5-4E63-B823-A7C61B6ADC3B}" type="pres">
      <dgm:prSet presAssocID="{16F3BB08-FB16-4D50-90DE-7C5DCCA75244}" presName="connectorText" presStyleLbl="sibTrans2D1" presStyleIdx="1" presStyleCnt="3"/>
      <dgm:spPr/>
    </dgm:pt>
    <dgm:pt modelId="{A82486B0-21C8-400C-8F0A-0F518339081F}" type="pres">
      <dgm:prSet presAssocID="{097EE2BB-B3EC-426F-BB10-2CFD131EBAC0}" presName="node" presStyleLbl="node1" presStyleIdx="2" presStyleCnt="4">
        <dgm:presLayoutVars>
          <dgm:bulletEnabled val="1"/>
        </dgm:presLayoutVars>
      </dgm:prSet>
      <dgm:spPr/>
    </dgm:pt>
    <dgm:pt modelId="{025E9F0C-CDFB-426D-BB39-4DF62993A8BE}" type="pres">
      <dgm:prSet presAssocID="{93D2E471-150D-41E1-9920-523F9234B43C}" presName="sibTrans" presStyleLbl="sibTrans2D1" presStyleIdx="2" presStyleCnt="3"/>
      <dgm:spPr/>
    </dgm:pt>
    <dgm:pt modelId="{7386345C-1161-4795-8DE5-A122A5794CC4}" type="pres">
      <dgm:prSet presAssocID="{93D2E471-150D-41E1-9920-523F9234B43C}" presName="connectorText" presStyleLbl="sibTrans2D1" presStyleIdx="2" presStyleCnt="3"/>
      <dgm:spPr/>
    </dgm:pt>
    <dgm:pt modelId="{F326112F-A690-42AC-A1F3-C6EF78CC9A78}" type="pres">
      <dgm:prSet presAssocID="{836C77A1-CC61-4493-B894-8BC892AA82BF}" presName="node" presStyleLbl="node1" presStyleIdx="3" presStyleCnt="4">
        <dgm:presLayoutVars>
          <dgm:bulletEnabled val="1"/>
        </dgm:presLayoutVars>
      </dgm:prSet>
      <dgm:spPr/>
    </dgm:pt>
  </dgm:ptLst>
  <dgm:cxnLst>
    <dgm:cxn modelId="{26415C14-FD71-4579-A182-712E1F4ECD15}" type="presOf" srcId="{097EE2BB-B3EC-426F-BB10-2CFD131EBAC0}" destId="{A82486B0-21C8-400C-8F0A-0F518339081F}" srcOrd="0" destOrd="0" presId="urn:microsoft.com/office/officeart/2005/8/layout/process5#1"/>
    <dgm:cxn modelId="{BB1BA517-EA53-4A91-A73B-9D5E10F5FE88}" type="presOf" srcId="{792755AC-05FC-4BF7-A935-7410BC697EA2}" destId="{F1D45DBC-F8A7-436F-ADA2-8253A4DCBCFE}" srcOrd="1" destOrd="0" presId="urn:microsoft.com/office/officeart/2005/8/layout/process5#1"/>
    <dgm:cxn modelId="{63334019-F416-44A5-9B85-68D9E592B368}" srcId="{097EE2BB-B3EC-426F-BB10-2CFD131EBAC0}" destId="{91BE5CE9-784E-4F61-BEEE-6BA260CA884F}" srcOrd="1" destOrd="0" parTransId="{D5C1C75F-6740-437C-AB66-E7C02CDD72F7}" sibTransId="{45F18EB7-1472-4FC1-90F3-A7FE194B41B5}"/>
    <dgm:cxn modelId="{9316151B-5A18-4D90-B0B7-B1A6DB8DF9AE}" srcId="{097EE2BB-B3EC-426F-BB10-2CFD131EBAC0}" destId="{7FD6B677-5A3C-4657-84CE-A5959413938D}" srcOrd="0" destOrd="0" parTransId="{90CBBD04-29B8-48D8-B617-030CB1130892}" sibTransId="{05EA461E-1044-417A-98AC-650EC35D8D41}"/>
    <dgm:cxn modelId="{C0831326-7DE1-44F7-ABB5-FFDE81289E89}" type="presOf" srcId="{93D2E471-150D-41E1-9920-523F9234B43C}" destId="{025E9F0C-CDFB-426D-BB39-4DF62993A8BE}" srcOrd="0" destOrd="0" presId="urn:microsoft.com/office/officeart/2005/8/layout/process5#1"/>
    <dgm:cxn modelId="{DDAB6327-D788-4C7E-9ABE-C906FC545C24}" type="presOf" srcId="{792755AC-05FC-4BF7-A935-7410BC697EA2}" destId="{63B0C5F5-3DAE-4C25-9CF8-E01253D3853D}" srcOrd="0" destOrd="0" presId="urn:microsoft.com/office/officeart/2005/8/layout/process5#1"/>
    <dgm:cxn modelId="{AEE1A029-44EC-4544-A234-9848DCB7517A}" type="presOf" srcId="{836C77A1-CC61-4493-B894-8BC892AA82BF}" destId="{F326112F-A690-42AC-A1F3-C6EF78CC9A78}" srcOrd="0" destOrd="0" presId="urn:microsoft.com/office/officeart/2005/8/layout/process5#1"/>
    <dgm:cxn modelId="{E80C5D2A-46F0-4D9E-9A40-15BD34C59B24}" srcId="{6FC01946-0218-4B6F-8FE4-F736F34D7D9D}" destId="{CD6BA9D0-0F78-4773-8376-6B2303B28B22}" srcOrd="0" destOrd="0" parTransId="{30C725BA-EBDE-4BA7-BE24-492537C43FCD}" sibTransId="{792755AC-05FC-4BF7-A935-7410BC697EA2}"/>
    <dgm:cxn modelId="{96C68D65-FEFB-4C5D-B79B-8DF8A50C37AB}" type="presOf" srcId="{91BE5CE9-784E-4F61-BEEE-6BA260CA884F}" destId="{A82486B0-21C8-400C-8F0A-0F518339081F}" srcOrd="0" destOrd="2" presId="urn:microsoft.com/office/officeart/2005/8/layout/process5#1"/>
    <dgm:cxn modelId="{6076B74A-C588-40C4-865E-9FCE927194C0}" srcId="{CD6BA9D0-0F78-4773-8376-6B2303B28B22}" destId="{279C67A7-AF87-4744-9012-D3AEB754FCDF}" srcOrd="0" destOrd="0" parTransId="{3D54FD6C-5AA0-4736-9855-5CA32CA46E2F}" sibTransId="{B7B9830F-1F90-41EE-9A02-33AFB1A1F0BE}"/>
    <dgm:cxn modelId="{58C9294E-E7AD-49ED-B1D0-31D9535E3688}" type="presOf" srcId="{16F3BB08-FB16-4D50-90DE-7C5DCCA75244}" destId="{9E155249-4EF5-4E63-B823-A7C61B6ADC3B}" srcOrd="1" destOrd="0" presId="urn:microsoft.com/office/officeart/2005/8/layout/process5#1"/>
    <dgm:cxn modelId="{3957AF80-E287-4D82-B4DC-4F1D8D015F3B}" srcId="{6FC01946-0218-4B6F-8FE4-F736F34D7D9D}" destId="{097EE2BB-B3EC-426F-BB10-2CFD131EBAC0}" srcOrd="2" destOrd="0" parTransId="{EA7126B1-695D-4332-9BB0-BF55BA13FB8E}" sibTransId="{93D2E471-150D-41E1-9920-523F9234B43C}"/>
    <dgm:cxn modelId="{13DD0B82-6A79-4257-B162-438A9C28A953}" type="presOf" srcId="{16F3BB08-FB16-4D50-90DE-7C5DCCA75244}" destId="{D61DF2AA-0B89-43A0-881D-15FA5631DD1A}" srcOrd="0" destOrd="0" presId="urn:microsoft.com/office/officeart/2005/8/layout/process5#1"/>
    <dgm:cxn modelId="{9E2FCE84-C226-4B84-AE33-4ACC3DD21050}" type="presOf" srcId="{1AC25821-18DD-4A69-BF67-3A30C2561824}" destId="{C8215430-648F-4B19-988D-51B84C0B7F6B}" srcOrd="0" destOrd="1" presId="urn:microsoft.com/office/officeart/2005/8/layout/process5#1"/>
    <dgm:cxn modelId="{A2B2168B-D8B0-4F69-9266-89C9C1D2EBD8}" type="presOf" srcId="{7FD6B677-5A3C-4657-84CE-A5959413938D}" destId="{A82486B0-21C8-400C-8F0A-0F518339081F}" srcOrd="0" destOrd="1" presId="urn:microsoft.com/office/officeart/2005/8/layout/process5#1"/>
    <dgm:cxn modelId="{324DB98B-904C-4974-B724-1CB47A676F0B}" type="presOf" srcId="{CD6BA9D0-0F78-4773-8376-6B2303B28B22}" destId="{29343BAC-F713-4DF0-AD79-952481B06E70}" srcOrd="0" destOrd="0" presId="urn:microsoft.com/office/officeart/2005/8/layout/process5#1"/>
    <dgm:cxn modelId="{B5C0F692-3AB9-414B-A560-8A545B66DD6C}" type="presOf" srcId="{25EDBED7-FEBD-43D8-BB59-BD5491E2D2B9}" destId="{C8215430-648F-4B19-988D-51B84C0B7F6B}" srcOrd="0" destOrd="2" presId="urn:microsoft.com/office/officeart/2005/8/layout/process5#1"/>
    <dgm:cxn modelId="{BFA0A2AD-AB9E-452B-8296-071EDDF61781}" srcId="{95662907-F96F-4B7E-AE3D-898CEAD25414}" destId="{1AC25821-18DD-4A69-BF67-3A30C2561824}" srcOrd="0" destOrd="0" parTransId="{52A70846-87E2-43AB-B25B-9E184AB1EF94}" sibTransId="{E1F27900-0595-4335-A322-3253EF565A17}"/>
    <dgm:cxn modelId="{E34DDAB8-2060-44DD-AD6B-708BA6E227F6}" type="presOf" srcId="{6FC01946-0218-4B6F-8FE4-F736F34D7D9D}" destId="{B480F047-1F3F-4899-839E-85DAEB124ACB}" srcOrd="0" destOrd="0" presId="urn:microsoft.com/office/officeart/2005/8/layout/process5#1"/>
    <dgm:cxn modelId="{DDDD49CC-B5B4-4FEC-B914-9909B2A8EA1C}" type="presOf" srcId="{279C67A7-AF87-4744-9012-D3AEB754FCDF}" destId="{29343BAC-F713-4DF0-AD79-952481B06E70}" srcOrd="0" destOrd="1" presId="urn:microsoft.com/office/officeart/2005/8/layout/process5#1"/>
    <dgm:cxn modelId="{E39305E1-9820-44CD-8FFD-BE3F2D275C75}" srcId="{6FC01946-0218-4B6F-8FE4-F736F34D7D9D}" destId="{836C77A1-CC61-4493-B894-8BC892AA82BF}" srcOrd="3" destOrd="0" parTransId="{540B9D4B-4CE1-49A7-8488-DCF6053E8233}" sibTransId="{534A7015-6F7F-4720-BE4A-7AA6D0EE84F8}"/>
    <dgm:cxn modelId="{AE41C4EA-CCCD-46CC-B8E3-84293BE7E4F7}" srcId="{6FC01946-0218-4B6F-8FE4-F736F34D7D9D}" destId="{95662907-F96F-4B7E-AE3D-898CEAD25414}" srcOrd="1" destOrd="0" parTransId="{2A7A3EE2-6077-4245-9097-99E7D54A4E06}" sibTransId="{16F3BB08-FB16-4D50-90DE-7C5DCCA75244}"/>
    <dgm:cxn modelId="{636E96EB-293C-484C-912D-538CE1369A2A}" type="presOf" srcId="{93D2E471-150D-41E1-9920-523F9234B43C}" destId="{7386345C-1161-4795-8DE5-A122A5794CC4}" srcOrd="1" destOrd="0" presId="urn:microsoft.com/office/officeart/2005/8/layout/process5#1"/>
    <dgm:cxn modelId="{093296F2-B978-48FB-884E-E54FEBA02594}" srcId="{95662907-F96F-4B7E-AE3D-898CEAD25414}" destId="{25EDBED7-FEBD-43D8-BB59-BD5491E2D2B9}" srcOrd="1" destOrd="0" parTransId="{03B61889-6844-49FB-A590-FF679231E6AF}" sibTransId="{18CD64B2-A853-4046-9B70-9248BF55480C}"/>
    <dgm:cxn modelId="{2B8800FB-8459-4378-9163-E4A714876A02}" type="presOf" srcId="{95662907-F96F-4B7E-AE3D-898CEAD25414}" destId="{C8215430-648F-4B19-988D-51B84C0B7F6B}" srcOrd="0" destOrd="0" presId="urn:microsoft.com/office/officeart/2005/8/layout/process5#1"/>
    <dgm:cxn modelId="{6E5A39EF-43AA-4FD0-9E31-235CB63C0AD3}" type="presParOf" srcId="{B480F047-1F3F-4899-839E-85DAEB124ACB}" destId="{29343BAC-F713-4DF0-AD79-952481B06E70}" srcOrd="0" destOrd="0" presId="urn:microsoft.com/office/officeart/2005/8/layout/process5#1"/>
    <dgm:cxn modelId="{8B3057FF-1C13-4FD9-A59F-14C01885945F}" type="presParOf" srcId="{B480F047-1F3F-4899-839E-85DAEB124ACB}" destId="{63B0C5F5-3DAE-4C25-9CF8-E01253D3853D}" srcOrd="1" destOrd="0" presId="urn:microsoft.com/office/officeart/2005/8/layout/process5#1"/>
    <dgm:cxn modelId="{8B11247B-1A68-4FFC-9300-89E29C4BAB65}" type="presParOf" srcId="{63B0C5F5-3DAE-4C25-9CF8-E01253D3853D}" destId="{F1D45DBC-F8A7-436F-ADA2-8253A4DCBCFE}" srcOrd="0" destOrd="0" presId="urn:microsoft.com/office/officeart/2005/8/layout/process5#1"/>
    <dgm:cxn modelId="{FE42BE38-B0A6-4683-830D-E57E99292795}" type="presParOf" srcId="{B480F047-1F3F-4899-839E-85DAEB124ACB}" destId="{C8215430-648F-4B19-988D-51B84C0B7F6B}" srcOrd="2" destOrd="0" presId="urn:microsoft.com/office/officeart/2005/8/layout/process5#1"/>
    <dgm:cxn modelId="{9EBE2911-F76A-4762-8211-29997D7778EA}" type="presParOf" srcId="{B480F047-1F3F-4899-839E-85DAEB124ACB}" destId="{D61DF2AA-0B89-43A0-881D-15FA5631DD1A}" srcOrd="3" destOrd="0" presId="urn:microsoft.com/office/officeart/2005/8/layout/process5#1"/>
    <dgm:cxn modelId="{6201F9DA-0C8D-4B61-A52B-45E65F10A8A8}" type="presParOf" srcId="{D61DF2AA-0B89-43A0-881D-15FA5631DD1A}" destId="{9E155249-4EF5-4E63-B823-A7C61B6ADC3B}" srcOrd="0" destOrd="0" presId="urn:microsoft.com/office/officeart/2005/8/layout/process5#1"/>
    <dgm:cxn modelId="{6C573CFA-CFFF-4560-AA3B-C083F7905A38}" type="presParOf" srcId="{B480F047-1F3F-4899-839E-85DAEB124ACB}" destId="{A82486B0-21C8-400C-8F0A-0F518339081F}" srcOrd="4" destOrd="0" presId="urn:microsoft.com/office/officeart/2005/8/layout/process5#1"/>
    <dgm:cxn modelId="{E9EB726B-4E77-4561-9BC8-2C73DAB2FB10}" type="presParOf" srcId="{B480F047-1F3F-4899-839E-85DAEB124ACB}" destId="{025E9F0C-CDFB-426D-BB39-4DF62993A8BE}" srcOrd="5" destOrd="0" presId="urn:microsoft.com/office/officeart/2005/8/layout/process5#1"/>
    <dgm:cxn modelId="{BC66D5AE-912B-4854-8550-F4BA9BB2AACD}" type="presParOf" srcId="{025E9F0C-CDFB-426D-BB39-4DF62993A8BE}" destId="{7386345C-1161-4795-8DE5-A122A5794CC4}" srcOrd="0" destOrd="0" presId="urn:microsoft.com/office/officeart/2005/8/layout/process5#1"/>
    <dgm:cxn modelId="{6D1A1F79-DB2D-4871-9681-6916F0FB62F7}" type="presParOf" srcId="{B480F047-1F3F-4899-839E-85DAEB124ACB}" destId="{F326112F-A690-42AC-A1F3-C6EF78CC9A78}" srcOrd="6" destOrd="0" presId="urn:microsoft.com/office/officeart/2005/8/layout/process5#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221B246-AB3B-47FD-BC15-F69AE872E5D3}" type="doc">
      <dgm:prSet loTypeId="urn:microsoft.com/office/officeart/2018/2/layout/IconVerticalSolidList" loCatId="icon" qsTypeId="urn:microsoft.com/office/officeart/2005/8/quickstyle/simple1#2" qsCatId="simple" csTypeId="urn:microsoft.com/office/officeart/2018/5/colors/Iconchunking_neutralbg_colorful1" csCatId="colorful" phldr="1"/>
      <dgm:spPr/>
      <dgm:t>
        <a:bodyPr/>
        <a:lstStyle/>
        <a:p>
          <a:endParaRPr lang="en-US"/>
        </a:p>
      </dgm:t>
    </dgm:pt>
    <dgm:pt modelId="{0785C34B-CA18-48C0-9FF7-B8450636D82A}">
      <dgm:prSet/>
      <dgm:spPr/>
      <dgm:t>
        <a:bodyPr/>
        <a:lstStyle/>
        <a:p>
          <a:r>
            <a:rPr lang="en-US" b="0" i="0"/>
            <a:t>1. Using better algorithms consisting of ML and DL</a:t>
          </a:r>
          <a:endParaRPr lang="en-US"/>
        </a:p>
      </dgm:t>
    </dgm:pt>
    <dgm:pt modelId="{750BF01D-55A8-46B2-90F9-C886A29273AB}" type="parTrans" cxnId="{7A24C758-F272-466A-B477-6280C429E4C0}">
      <dgm:prSet/>
      <dgm:spPr/>
      <dgm:t>
        <a:bodyPr/>
        <a:lstStyle/>
        <a:p>
          <a:endParaRPr lang="en-US"/>
        </a:p>
      </dgm:t>
    </dgm:pt>
    <dgm:pt modelId="{EC0F49C3-1E68-457B-81E9-1D6AB00A7159}" type="sibTrans" cxnId="{7A24C758-F272-466A-B477-6280C429E4C0}">
      <dgm:prSet/>
      <dgm:spPr/>
      <dgm:t>
        <a:bodyPr/>
        <a:lstStyle/>
        <a:p>
          <a:endParaRPr lang="en-US"/>
        </a:p>
      </dgm:t>
    </dgm:pt>
    <dgm:pt modelId="{0F2570C5-9400-41A0-84A2-7B3FF3DB6682}">
      <dgm:prSet/>
      <dgm:spPr/>
      <dgm:t>
        <a:bodyPr/>
        <a:lstStyle/>
        <a:p>
          <a:r>
            <a:rPr lang="en-US" b="0" i="0"/>
            <a:t>2. Incorporating biometric information testing additionally</a:t>
          </a:r>
          <a:endParaRPr lang="en-US"/>
        </a:p>
      </dgm:t>
    </dgm:pt>
    <dgm:pt modelId="{06BFCC1A-1E16-4850-865B-343C119981E3}" type="parTrans" cxnId="{23B5D5B6-3AC3-4474-907D-DF487256C559}">
      <dgm:prSet/>
      <dgm:spPr/>
      <dgm:t>
        <a:bodyPr/>
        <a:lstStyle/>
        <a:p>
          <a:endParaRPr lang="en-US"/>
        </a:p>
      </dgm:t>
    </dgm:pt>
    <dgm:pt modelId="{867062E0-66E5-4CD9-A8E2-F911639EE84E}" type="sibTrans" cxnId="{23B5D5B6-3AC3-4474-907D-DF487256C559}">
      <dgm:prSet/>
      <dgm:spPr/>
      <dgm:t>
        <a:bodyPr/>
        <a:lstStyle/>
        <a:p>
          <a:endParaRPr lang="en-US"/>
        </a:p>
      </dgm:t>
    </dgm:pt>
    <dgm:pt modelId="{DB47C6EF-F988-4655-AFC6-95787AF920EC}">
      <dgm:prSet/>
      <dgm:spPr/>
      <dgm:t>
        <a:bodyPr/>
        <a:lstStyle/>
        <a:p>
          <a:r>
            <a:rPr lang="en-US" b="0" i="0"/>
            <a:t>3. Using larger database</a:t>
          </a:r>
          <a:endParaRPr lang="en-US"/>
        </a:p>
      </dgm:t>
    </dgm:pt>
    <dgm:pt modelId="{BA90BF8B-6C72-488E-80B1-AC62D9DF6A76}" type="parTrans" cxnId="{2A21AFBD-2F0E-4821-9721-0ABD5EEFA003}">
      <dgm:prSet/>
      <dgm:spPr/>
      <dgm:t>
        <a:bodyPr/>
        <a:lstStyle/>
        <a:p>
          <a:endParaRPr lang="en-US"/>
        </a:p>
      </dgm:t>
    </dgm:pt>
    <dgm:pt modelId="{4C301826-B5DF-41BC-AB98-D816FEBE67E3}" type="sibTrans" cxnId="{2A21AFBD-2F0E-4821-9721-0ABD5EEFA003}">
      <dgm:prSet/>
      <dgm:spPr/>
      <dgm:t>
        <a:bodyPr/>
        <a:lstStyle/>
        <a:p>
          <a:endParaRPr lang="en-US"/>
        </a:p>
      </dgm:t>
    </dgm:pt>
    <dgm:pt modelId="{8A870647-7B99-433F-BCA6-1829B1E9AF6E}" type="pres">
      <dgm:prSet presAssocID="{A221B246-AB3B-47FD-BC15-F69AE872E5D3}" presName="root" presStyleCnt="0">
        <dgm:presLayoutVars>
          <dgm:dir/>
          <dgm:resizeHandles val="exact"/>
        </dgm:presLayoutVars>
      </dgm:prSet>
      <dgm:spPr/>
    </dgm:pt>
    <dgm:pt modelId="{3AEBAC6E-16C8-4BCC-A433-71EB81A0285F}" type="pres">
      <dgm:prSet presAssocID="{0785C34B-CA18-48C0-9FF7-B8450636D82A}" presName="compNode" presStyleCnt="0"/>
      <dgm:spPr/>
    </dgm:pt>
    <dgm:pt modelId="{31E60178-3C94-4F97-9C58-665C60EECBB5}" type="pres">
      <dgm:prSet presAssocID="{0785C34B-CA18-48C0-9FF7-B8450636D82A}" presName="bgRect" presStyleLbl="bgShp" presStyleIdx="0" presStyleCnt="3"/>
      <dgm:spPr/>
    </dgm:pt>
    <dgm:pt modelId="{150A3D0D-0EDE-4FD6-A1C9-46C88DE59766}" type="pres">
      <dgm:prSet presAssocID="{0785C34B-CA18-48C0-9FF7-B8450636D82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pt>
    <dgm:pt modelId="{E6B0FC6B-46AB-4019-85ED-4B05A5F3ADFD}" type="pres">
      <dgm:prSet presAssocID="{0785C34B-CA18-48C0-9FF7-B8450636D82A}" presName="spaceRect" presStyleCnt="0"/>
      <dgm:spPr/>
    </dgm:pt>
    <dgm:pt modelId="{00AF257F-2312-4C97-94AD-0F76D2B15EEB}" type="pres">
      <dgm:prSet presAssocID="{0785C34B-CA18-48C0-9FF7-B8450636D82A}" presName="parTx" presStyleLbl="revTx" presStyleIdx="0" presStyleCnt="3">
        <dgm:presLayoutVars>
          <dgm:chMax val="0"/>
          <dgm:chPref val="0"/>
        </dgm:presLayoutVars>
      </dgm:prSet>
      <dgm:spPr/>
    </dgm:pt>
    <dgm:pt modelId="{1DCC232B-78C5-447B-909B-46CE006FD3F8}" type="pres">
      <dgm:prSet presAssocID="{EC0F49C3-1E68-457B-81E9-1D6AB00A7159}" presName="sibTrans" presStyleCnt="0"/>
      <dgm:spPr/>
    </dgm:pt>
    <dgm:pt modelId="{BDDDD03F-C1F8-4AD6-96C5-AC7C7E8FC567}" type="pres">
      <dgm:prSet presAssocID="{0F2570C5-9400-41A0-84A2-7B3FF3DB6682}" presName="compNode" presStyleCnt="0"/>
      <dgm:spPr/>
    </dgm:pt>
    <dgm:pt modelId="{E02A3240-30ED-41EB-B355-8FFF4E8D1ABF}" type="pres">
      <dgm:prSet presAssocID="{0F2570C5-9400-41A0-84A2-7B3FF3DB6682}" presName="bgRect" presStyleLbl="bgShp" presStyleIdx="1" presStyleCnt="3"/>
      <dgm:spPr/>
    </dgm:pt>
    <dgm:pt modelId="{A32C60D0-6220-4D5B-A301-EACBC0B070D3}" type="pres">
      <dgm:prSet presAssocID="{0F2570C5-9400-41A0-84A2-7B3FF3DB668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pt>
    <dgm:pt modelId="{224FCC3D-6BEE-46D3-AFA4-F4F460203E25}" type="pres">
      <dgm:prSet presAssocID="{0F2570C5-9400-41A0-84A2-7B3FF3DB6682}" presName="spaceRect" presStyleCnt="0"/>
      <dgm:spPr/>
    </dgm:pt>
    <dgm:pt modelId="{EB07454A-3D48-49EF-BD8E-779D42019D89}" type="pres">
      <dgm:prSet presAssocID="{0F2570C5-9400-41A0-84A2-7B3FF3DB6682}" presName="parTx" presStyleLbl="revTx" presStyleIdx="1" presStyleCnt="3">
        <dgm:presLayoutVars>
          <dgm:chMax val="0"/>
          <dgm:chPref val="0"/>
        </dgm:presLayoutVars>
      </dgm:prSet>
      <dgm:spPr/>
    </dgm:pt>
    <dgm:pt modelId="{7DB96EF9-7634-4627-997D-EA7FAD69FF7B}" type="pres">
      <dgm:prSet presAssocID="{867062E0-66E5-4CD9-A8E2-F911639EE84E}" presName="sibTrans" presStyleCnt="0"/>
      <dgm:spPr/>
    </dgm:pt>
    <dgm:pt modelId="{12BC42FB-57C5-403A-BFAC-5DDA6A9640E0}" type="pres">
      <dgm:prSet presAssocID="{DB47C6EF-F988-4655-AFC6-95787AF920EC}" presName="compNode" presStyleCnt="0"/>
      <dgm:spPr/>
    </dgm:pt>
    <dgm:pt modelId="{2AE6D0DE-DDCA-4C24-8FB3-D072A1A5BF52}" type="pres">
      <dgm:prSet presAssocID="{DB47C6EF-F988-4655-AFC6-95787AF920EC}" presName="bgRect" presStyleLbl="bgShp" presStyleIdx="2" presStyleCnt="3"/>
      <dgm:spPr/>
    </dgm:pt>
    <dgm:pt modelId="{63F33B06-1CC1-425F-80DF-E806E1FD16DB}" type="pres">
      <dgm:prSet presAssocID="{DB47C6EF-F988-4655-AFC6-95787AF920E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pt>
    <dgm:pt modelId="{F1E823B0-3935-4B69-88D4-E3A494816A3E}" type="pres">
      <dgm:prSet presAssocID="{DB47C6EF-F988-4655-AFC6-95787AF920EC}" presName="spaceRect" presStyleCnt="0"/>
      <dgm:spPr/>
    </dgm:pt>
    <dgm:pt modelId="{610E4475-DA6B-4969-B3A6-C76E52942E62}" type="pres">
      <dgm:prSet presAssocID="{DB47C6EF-F988-4655-AFC6-95787AF920EC}" presName="parTx" presStyleLbl="revTx" presStyleIdx="2" presStyleCnt="3">
        <dgm:presLayoutVars>
          <dgm:chMax val="0"/>
          <dgm:chPref val="0"/>
        </dgm:presLayoutVars>
      </dgm:prSet>
      <dgm:spPr/>
    </dgm:pt>
  </dgm:ptLst>
  <dgm:cxnLst>
    <dgm:cxn modelId="{E66A1138-615C-47AA-8160-F15788438025}" type="presOf" srcId="{0785C34B-CA18-48C0-9FF7-B8450636D82A}" destId="{00AF257F-2312-4C97-94AD-0F76D2B15EEB}" srcOrd="0" destOrd="0" presId="urn:microsoft.com/office/officeart/2018/2/layout/IconVerticalSolidList"/>
    <dgm:cxn modelId="{190ABA3A-C198-45AF-99D4-32A454055FC5}" type="presOf" srcId="{0F2570C5-9400-41A0-84A2-7B3FF3DB6682}" destId="{EB07454A-3D48-49EF-BD8E-779D42019D89}" srcOrd="0" destOrd="0" presId="urn:microsoft.com/office/officeart/2018/2/layout/IconVerticalSolidList"/>
    <dgm:cxn modelId="{05255F4C-815A-4F1D-A774-B2855BC2AA90}" type="presOf" srcId="{DB47C6EF-F988-4655-AFC6-95787AF920EC}" destId="{610E4475-DA6B-4969-B3A6-C76E52942E62}" srcOrd="0" destOrd="0" presId="urn:microsoft.com/office/officeart/2018/2/layout/IconVerticalSolidList"/>
    <dgm:cxn modelId="{7A24C758-F272-466A-B477-6280C429E4C0}" srcId="{A221B246-AB3B-47FD-BC15-F69AE872E5D3}" destId="{0785C34B-CA18-48C0-9FF7-B8450636D82A}" srcOrd="0" destOrd="0" parTransId="{750BF01D-55A8-46B2-90F9-C886A29273AB}" sibTransId="{EC0F49C3-1E68-457B-81E9-1D6AB00A7159}"/>
    <dgm:cxn modelId="{FE1A0C81-2B41-4A1D-B755-A394C1E521A5}" type="presOf" srcId="{A221B246-AB3B-47FD-BC15-F69AE872E5D3}" destId="{8A870647-7B99-433F-BCA6-1829B1E9AF6E}" srcOrd="0" destOrd="0" presId="urn:microsoft.com/office/officeart/2018/2/layout/IconVerticalSolidList"/>
    <dgm:cxn modelId="{23B5D5B6-3AC3-4474-907D-DF487256C559}" srcId="{A221B246-AB3B-47FD-BC15-F69AE872E5D3}" destId="{0F2570C5-9400-41A0-84A2-7B3FF3DB6682}" srcOrd="1" destOrd="0" parTransId="{06BFCC1A-1E16-4850-865B-343C119981E3}" sibTransId="{867062E0-66E5-4CD9-A8E2-F911639EE84E}"/>
    <dgm:cxn modelId="{2A21AFBD-2F0E-4821-9721-0ABD5EEFA003}" srcId="{A221B246-AB3B-47FD-BC15-F69AE872E5D3}" destId="{DB47C6EF-F988-4655-AFC6-95787AF920EC}" srcOrd="2" destOrd="0" parTransId="{BA90BF8B-6C72-488E-80B1-AC62D9DF6A76}" sibTransId="{4C301826-B5DF-41BC-AB98-D816FEBE67E3}"/>
    <dgm:cxn modelId="{85ADC129-B10D-4B6F-A25A-71F5C71F3CC5}" type="presParOf" srcId="{8A870647-7B99-433F-BCA6-1829B1E9AF6E}" destId="{3AEBAC6E-16C8-4BCC-A433-71EB81A0285F}" srcOrd="0" destOrd="0" presId="urn:microsoft.com/office/officeart/2018/2/layout/IconVerticalSolidList"/>
    <dgm:cxn modelId="{60FC1389-047F-4DD0-9C30-BCD8DEED1D32}" type="presParOf" srcId="{3AEBAC6E-16C8-4BCC-A433-71EB81A0285F}" destId="{31E60178-3C94-4F97-9C58-665C60EECBB5}" srcOrd="0" destOrd="0" presId="urn:microsoft.com/office/officeart/2018/2/layout/IconVerticalSolidList"/>
    <dgm:cxn modelId="{FE5A225D-976C-49C8-8A9D-CAF56FB5FD6A}" type="presParOf" srcId="{3AEBAC6E-16C8-4BCC-A433-71EB81A0285F}" destId="{150A3D0D-0EDE-4FD6-A1C9-46C88DE59766}" srcOrd="1" destOrd="0" presId="urn:microsoft.com/office/officeart/2018/2/layout/IconVerticalSolidList"/>
    <dgm:cxn modelId="{BC1AC5EB-9633-474B-A3BD-8B3B695F4A64}" type="presParOf" srcId="{3AEBAC6E-16C8-4BCC-A433-71EB81A0285F}" destId="{E6B0FC6B-46AB-4019-85ED-4B05A5F3ADFD}" srcOrd="2" destOrd="0" presId="urn:microsoft.com/office/officeart/2018/2/layout/IconVerticalSolidList"/>
    <dgm:cxn modelId="{3156A65A-608A-4A10-BD21-74513532E88C}" type="presParOf" srcId="{3AEBAC6E-16C8-4BCC-A433-71EB81A0285F}" destId="{00AF257F-2312-4C97-94AD-0F76D2B15EEB}" srcOrd="3" destOrd="0" presId="urn:microsoft.com/office/officeart/2018/2/layout/IconVerticalSolidList"/>
    <dgm:cxn modelId="{370A05F5-E6CE-4ABB-8C46-934068A26436}" type="presParOf" srcId="{8A870647-7B99-433F-BCA6-1829B1E9AF6E}" destId="{1DCC232B-78C5-447B-909B-46CE006FD3F8}" srcOrd="1" destOrd="0" presId="urn:microsoft.com/office/officeart/2018/2/layout/IconVerticalSolidList"/>
    <dgm:cxn modelId="{EEBC615B-ED94-4E30-97B4-AA650F38DFBE}" type="presParOf" srcId="{8A870647-7B99-433F-BCA6-1829B1E9AF6E}" destId="{BDDDD03F-C1F8-4AD6-96C5-AC7C7E8FC567}" srcOrd="2" destOrd="0" presId="urn:microsoft.com/office/officeart/2018/2/layout/IconVerticalSolidList"/>
    <dgm:cxn modelId="{8BF50AD1-DDEE-4E2C-8873-FE1D2BE0F880}" type="presParOf" srcId="{BDDDD03F-C1F8-4AD6-96C5-AC7C7E8FC567}" destId="{E02A3240-30ED-41EB-B355-8FFF4E8D1ABF}" srcOrd="0" destOrd="0" presId="urn:microsoft.com/office/officeart/2018/2/layout/IconVerticalSolidList"/>
    <dgm:cxn modelId="{A364EF8B-A426-4473-8EEC-C75C7E54AC10}" type="presParOf" srcId="{BDDDD03F-C1F8-4AD6-96C5-AC7C7E8FC567}" destId="{A32C60D0-6220-4D5B-A301-EACBC0B070D3}" srcOrd="1" destOrd="0" presId="urn:microsoft.com/office/officeart/2018/2/layout/IconVerticalSolidList"/>
    <dgm:cxn modelId="{1773D3EC-A144-4105-B1DF-1B3D5C3A39DA}" type="presParOf" srcId="{BDDDD03F-C1F8-4AD6-96C5-AC7C7E8FC567}" destId="{224FCC3D-6BEE-46D3-AFA4-F4F460203E25}" srcOrd="2" destOrd="0" presId="urn:microsoft.com/office/officeart/2018/2/layout/IconVerticalSolidList"/>
    <dgm:cxn modelId="{87124428-A738-4E2E-9DAD-7E8942744C9E}" type="presParOf" srcId="{BDDDD03F-C1F8-4AD6-96C5-AC7C7E8FC567}" destId="{EB07454A-3D48-49EF-BD8E-779D42019D89}" srcOrd="3" destOrd="0" presId="urn:microsoft.com/office/officeart/2018/2/layout/IconVerticalSolidList"/>
    <dgm:cxn modelId="{E5D82EFC-A2BB-4200-BCD1-9ADF274BB67A}" type="presParOf" srcId="{8A870647-7B99-433F-BCA6-1829B1E9AF6E}" destId="{7DB96EF9-7634-4627-997D-EA7FAD69FF7B}" srcOrd="3" destOrd="0" presId="urn:microsoft.com/office/officeart/2018/2/layout/IconVerticalSolidList"/>
    <dgm:cxn modelId="{D2AB9B15-C7BC-4C62-924B-56190A7A6A4A}" type="presParOf" srcId="{8A870647-7B99-433F-BCA6-1829B1E9AF6E}" destId="{12BC42FB-57C5-403A-BFAC-5DDA6A9640E0}" srcOrd="4" destOrd="0" presId="urn:microsoft.com/office/officeart/2018/2/layout/IconVerticalSolidList"/>
    <dgm:cxn modelId="{449EE886-4493-44C4-9FA2-A031AC0C4096}" type="presParOf" srcId="{12BC42FB-57C5-403A-BFAC-5DDA6A9640E0}" destId="{2AE6D0DE-DDCA-4C24-8FB3-D072A1A5BF52}" srcOrd="0" destOrd="0" presId="urn:microsoft.com/office/officeart/2018/2/layout/IconVerticalSolidList"/>
    <dgm:cxn modelId="{FADC7EFC-880E-4F71-A208-DB6C4848D0CC}" type="presParOf" srcId="{12BC42FB-57C5-403A-BFAC-5DDA6A9640E0}" destId="{63F33B06-1CC1-425F-80DF-E806E1FD16DB}" srcOrd="1" destOrd="0" presId="urn:microsoft.com/office/officeart/2018/2/layout/IconVerticalSolidList"/>
    <dgm:cxn modelId="{5BD767C1-9394-4C47-8180-143673ABBAB3}" type="presParOf" srcId="{12BC42FB-57C5-403A-BFAC-5DDA6A9640E0}" destId="{F1E823B0-3935-4B69-88D4-E3A494816A3E}" srcOrd="2" destOrd="0" presId="urn:microsoft.com/office/officeart/2018/2/layout/IconVerticalSolidList"/>
    <dgm:cxn modelId="{2B9D4D4A-156D-4671-B89A-5794FA379D81}" type="presParOf" srcId="{12BC42FB-57C5-403A-BFAC-5DDA6A9640E0}" destId="{610E4475-DA6B-4969-B3A6-C76E52942E6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BC0F100-5251-43C2-89A7-9DF7B1495C74}" type="doc">
      <dgm:prSet loTypeId="urn:microsoft.com/office/officeart/2005/8/layout/vList5" loCatId="list" qsTypeId="urn:microsoft.com/office/officeart/2005/8/quickstyle/simple4#1" qsCatId="simple" csTypeId="urn:microsoft.com/office/officeart/2005/8/colors/accent0_3#1" csCatId="mainScheme"/>
      <dgm:spPr/>
      <dgm:t>
        <a:bodyPr/>
        <a:lstStyle/>
        <a:p>
          <a:endParaRPr lang="en-US"/>
        </a:p>
      </dgm:t>
    </dgm:pt>
    <dgm:pt modelId="{6F2222B6-C5BA-4310-9288-FB0C298FBEE5}">
      <dgm:prSet/>
      <dgm:spPr/>
      <dgm:t>
        <a:bodyPr/>
        <a:lstStyle/>
        <a:p>
          <a:r>
            <a:rPr lang="en-US" b="0" i="0"/>
            <a:t>Blind people can be helped a lot by voice-based speaker recognition.</a:t>
          </a:r>
          <a:endParaRPr lang="en-US"/>
        </a:p>
      </dgm:t>
    </dgm:pt>
    <dgm:pt modelId="{6ABA226E-6359-4A50-83E6-3A575D08F2F2}" type="parTrans" cxnId="{564BE7A2-7837-44C4-BEF6-FE992C6DB2B0}">
      <dgm:prSet/>
      <dgm:spPr/>
      <dgm:t>
        <a:bodyPr/>
        <a:lstStyle/>
        <a:p>
          <a:endParaRPr lang="en-US"/>
        </a:p>
      </dgm:t>
    </dgm:pt>
    <dgm:pt modelId="{1811B35E-7332-49F6-99E3-A946BE2D5200}" type="sibTrans" cxnId="{564BE7A2-7837-44C4-BEF6-FE992C6DB2B0}">
      <dgm:prSet/>
      <dgm:spPr/>
      <dgm:t>
        <a:bodyPr/>
        <a:lstStyle/>
        <a:p>
          <a:endParaRPr lang="en-US"/>
        </a:p>
      </dgm:t>
    </dgm:pt>
    <dgm:pt modelId="{4E0099B4-B07C-4AF7-9494-C21DAC05F682}">
      <dgm:prSet/>
      <dgm:spPr/>
      <dgm:t>
        <a:bodyPr/>
        <a:lstStyle/>
        <a:p>
          <a:r>
            <a:rPr lang="en-US" b="0" i="0"/>
            <a:t>Using ATM booths is difficult for them, the way it is.</a:t>
          </a:r>
          <a:endParaRPr lang="en-US"/>
        </a:p>
      </dgm:t>
    </dgm:pt>
    <dgm:pt modelId="{92389AAB-1534-4E4B-AFBF-A15357ED4011}" type="parTrans" cxnId="{204CD5DC-C604-4864-8F7B-88CEB58AB6DA}">
      <dgm:prSet/>
      <dgm:spPr/>
      <dgm:t>
        <a:bodyPr/>
        <a:lstStyle/>
        <a:p>
          <a:endParaRPr lang="en-US"/>
        </a:p>
      </dgm:t>
    </dgm:pt>
    <dgm:pt modelId="{A05B36F7-AB96-40DA-A7FC-8461B8042B86}" type="sibTrans" cxnId="{204CD5DC-C604-4864-8F7B-88CEB58AB6DA}">
      <dgm:prSet/>
      <dgm:spPr/>
      <dgm:t>
        <a:bodyPr/>
        <a:lstStyle/>
        <a:p>
          <a:endParaRPr lang="en-US"/>
        </a:p>
      </dgm:t>
    </dgm:pt>
    <dgm:pt modelId="{28CAF8F8-7F14-492F-AAE7-1B1E3A97A979}">
      <dgm:prSet/>
      <dgm:spPr/>
      <dgm:t>
        <a:bodyPr/>
        <a:lstStyle/>
        <a:p>
          <a:r>
            <a:rPr lang="en-US" b="0" i="0"/>
            <a:t>We aim to develop a system , where blind personnel can access ATM booth only with voice.</a:t>
          </a:r>
          <a:endParaRPr lang="en-US"/>
        </a:p>
      </dgm:t>
    </dgm:pt>
    <dgm:pt modelId="{D615FED5-59D9-4983-AC6A-52DF67924716}" type="parTrans" cxnId="{93DA041F-D07D-48C5-8588-52F9065F2850}">
      <dgm:prSet/>
      <dgm:spPr/>
      <dgm:t>
        <a:bodyPr/>
        <a:lstStyle/>
        <a:p>
          <a:endParaRPr lang="en-US"/>
        </a:p>
      </dgm:t>
    </dgm:pt>
    <dgm:pt modelId="{33219BFB-2FE5-429C-A722-124CB1BD3C7B}" type="sibTrans" cxnId="{93DA041F-D07D-48C5-8588-52F9065F2850}">
      <dgm:prSet/>
      <dgm:spPr/>
      <dgm:t>
        <a:bodyPr/>
        <a:lstStyle/>
        <a:p>
          <a:endParaRPr lang="en-US"/>
        </a:p>
      </dgm:t>
    </dgm:pt>
    <dgm:pt modelId="{CFB7B65B-055E-4BA5-BF20-D8276C64B278}" type="pres">
      <dgm:prSet presAssocID="{5BC0F100-5251-43C2-89A7-9DF7B1495C74}" presName="Name0" presStyleCnt="0">
        <dgm:presLayoutVars>
          <dgm:dir/>
          <dgm:animLvl val="lvl"/>
          <dgm:resizeHandles val="exact"/>
        </dgm:presLayoutVars>
      </dgm:prSet>
      <dgm:spPr/>
    </dgm:pt>
    <dgm:pt modelId="{576079BA-CB08-4744-BA4B-A4FF2B808BFA}" type="pres">
      <dgm:prSet presAssocID="{6F2222B6-C5BA-4310-9288-FB0C298FBEE5}" presName="linNode" presStyleCnt="0"/>
      <dgm:spPr/>
    </dgm:pt>
    <dgm:pt modelId="{ADD13303-AC04-4C38-BD7A-EC37E633FE3A}" type="pres">
      <dgm:prSet presAssocID="{6F2222B6-C5BA-4310-9288-FB0C298FBEE5}" presName="parentText" presStyleLbl="node1" presStyleIdx="0" presStyleCnt="3">
        <dgm:presLayoutVars>
          <dgm:chMax val="1"/>
          <dgm:bulletEnabled val="1"/>
        </dgm:presLayoutVars>
      </dgm:prSet>
      <dgm:spPr/>
    </dgm:pt>
    <dgm:pt modelId="{9CA1C16B-A96F-456C-97C7-873B2511DC01}" type="pres">
      <dgm:prSet presAssocID="{1811B35E-7332-49F6-99E3-A946BE2D5200}" presName="sp" presStyleCnt="0"/>
      <dgm:spPr/>
    </dgm:pt>
    <dgm:pt modelId="{59652BFE-1B7F-4813-85A4-26F7175754FD}" type="pres">
      <dgm:prSet presAssocID="{4E0099B4-B07C-4AF7-9494-C21DAC05F682}" presName="linNode" presStyleCnt="0"/>
      <dgm:spPr/>
    </dgm:pt>
    <dgm:pt modelId="{74654B6F-2478-425C-831F-DFEAA503BE93}" type="pres">
      <dgm:prSet presAssocID="{4E0099B4-B07C-4AF7-9494-C21DAC05F682}" presName="parentText" presStyleLbl="node1" presStyleIdx="1" presStyleCnt="3">
        <dgm:presLayoutVars>
          <dgm:chMax val="1"/>
          <dgm:bulletEnabled val="1"/>
        </dgm:presLayoutVars>
      </dgm:prSet>
      <dgm:spPr/>
    </dgm:pt>
    <dgm:pt modelId="{16C5C7B7-896F-412A-80E2-C3F0106B24AE}" type="pres">
      <dgm:prSet presAssocID="{A05B36F7-AB96-40DA-A7FC-8461B8042B86}" presName="sp" presStyleCnt="0"/>
      <dgm:spPr/>
    </dgm:pt>
    <dgm:pt modelId="{C312B533-10C0-4EA3-BB4C-458FF24D20CD}" type="pres">
      <dgm:prSet presAssocID="{28CAF8F8-7F14-492F-AAE7-1B1E3A97A979}" presName="linNode" presStyleCnt="0"/>
      <dgm:spPr/>
    </dgm:pt>
    <dgm:pt modelId="{C8B467B9-F288-4B77-969E-5DA8C67EF02E}" type="pres">
      <dgm:prSet presAssocID="{28CAF8F8-7F14-492F-AAE7-1B1E3A97A979}" presName="parentText" presStyleLbl="node1" presStyleIdx="2" presStyleCnt="3">
        <dgm:presLayoutVars>
          <dgm:chMax val="1"/>
          <dgm:bulletEnabled val="1"/>
        </dgm:presLayoutVars>
      </dgm:prSet>
      <dgm:spPr/>
    </dgm:pt>
  </dgm:ptLst>
  <dgm:cxnLst>
    <dgm:cxn modelId="{93DA041F-D07D-48C5-8588-52F9065F2850}" srcId="{5BC0F100-5251-43C2-89A7-9DF7B1495C74}" destId="{28CAF8F8-7F14-492F-AAE7-1B1E3A97A979}" srcOrd="2" destOrd="0" parTransId="{D615FED5-59D9-4983-AC6A-52DF67924716}" sibTransId="{33219BFB-2FE5-429C-A722-124CB1BD3C7B}"/>
    <dgm:cxn modelId="{FA90DF26-FCA8-43EE-944A-68414560739E}" type="presOf" srcId="{28CAF8F8-7F14-492F-AAE7-1B1E3A97A979}" destId="{C8B467B9-F288-4B77-969E-5DA8C67EF02E}" srcOrd="0" destOrd="0" presId="urn:microsoft.com/office/officeart/2005/8/layout/vList5"/>
    <dgm:cxn modelId="{193F5370-6B1E-4202-94F4-1C3394E3BBF1}" type="presOf" srcId="{5BC0F100-5251-43C2-89A7-9DF7B1495C74}" destId="{CFB7B65B-055E-4BA5-BF20-D8276C64B278}" srcOrd="0" destOrd="0" presId="urn:microsoft.com/office/officeart/2005/8/layout/vList5"/>
    <dgm:cxn modelId="{1D2E8953-DD07-436B-AF78-9FB0E18403F0}" type="presOf" srcId="{4E0099B4-B07C-4AF7-9494-C21DAC05F682}" destId="{74654B6F-2478-425C-831F-DFEAA503BE93}" srcOrd="0" destOrd="0" presId="urn:microsoft.com/office/officeart/2005/8/layout/vList5"/>
    <dgm:cxn modelId="{564BE7A2-7837-44C4-BEF6-FE992C6DB2B0}" srcId="{5BC0F100-5251-43C2-89A7-9DF7B1495C74}" destId="{6F2222B6-C5BA-4310-9288-FB0C298FBEE5}" srcOrd="0" destOrd="0" parTransId="{6ABA226E-6359-4A50-83E6-3A575D08F2F2}" sibTransId="{1811B35E-7332-49F6-99E3-A946BE2D5200}"/>
    <dgm:cxn modelId="{E51C0DC3-0075-46D6-8B4C-E4310DA37316}" type="presOf" srcId="{6F2222B6-C5BA-4310-9288-FB0C298FBEE5}" destId="{ADD13303-AC04-4C38-BD7A-EC37E633FE3A}" srcOrd="0" destOrd="0" presId="urn:microsoft.com/office/officeart/2005/8/layout/vList5"/>
    <dgm:cxn modelId="{204CD5DC-C604-4864-8F7B-88CEB58AB6DA}" srcId="{5BC0F100-5251-43C2-89A7-9DF7B1495C74}" destId="{4E0099B4-B07C-4AF7-9494-C21DAC05F682}" srcOrd="1" destOrd="0" parTransId="{92389AAB-1534-4E4B-AFBF-A15357ED4011}" sibTransId="{A05B36F7-AB96-40DA-A7FC-8461B8042B86}"/>
    <dgm:cxn modelId="{20B19DF8-DA30-41DF-882E-6841A436D5B1}" type="presParOf" srcId="{CFB7B65B-055E-4BA5-BF20-D8276C64B278}" destId="{576079BA-CB08-4744-BA4B-A4FF2B808BFA}" srcOrd="0" destOrd="0" presId="urn:microsoft.com/office/officeart/2005/8/layout/vList5"/>
    <dgm:cxn modelId="{12475BA1-2F3F-40B5-BB05-29182A4E0F95}" type="presParOf" srcId="{576079BA-CB08-4744-BA4B-A4FF2B808BFA}" destId="{ADD13303-AC04-4C38-BD7A-EC37E633FE3A}" srcOrd="0" destOrd="0" presId="urn:microsoft.com/office/officeart/2005/8/layout/vList5"/>
    <dgm:cxn modelId="{487D6E62-6285-4B7B-8D86-091916882484}" type="presParOf" srcId="{CFB7B65B-055E-4BA5-BF20-D8276C64B278}" destId="{9CA1C16B-A96F-456C-97C7-873B2511DC01}" srcOrd="1" destOrd="0" presId="urn:microsoft.com/office/officeart/2005/8/layout/vList5"/>
    <dgm:cxn modelId="{40045F73-3422-4667-992A-722E5D2B5E18}" type="presParOf" srcId="{CFB7B65B-055E-4BA5-BF20-D8276C64B278}" destId="{59652BFE-1B7F-4813-85A4-26F7175754FD}" srcOrd="2" destOrd="0" presId="urn:microsoft.com/office/officeart/2005/8/layout/vList5"/>
    <dgm:cxn modelId="{B7F1620F-2753-4E6B-B487-788C12AFE540}" type="presParOf" srcId="{59652BFE-1B7F-4813-85A4-26F7175754FD}" destId="{74654B6F-2478-425C-831F-DFEAA503BE93}" srcOrd="0" destOrd="0" presId="urn:microsoft.com/office/officeart/2005/8/layout/vList5"/>
    <dgm:cxn modelId="{B5CA2EC4-DB8A-41AD-9F7A-858916C5DF2A}" type="presParOf" srcId="{CFB7B65B-055E-4BA5-BF20-D8276C64B278}" destId="{16C5C7B7-896F-412A-80E2-C3F0106B24AE}" srcOrd="3" destOrd="0" presId="urn:microsoft.com/office/officeart/2005/8/layout/vList5"/>
    <dgm:cxn modelId="{71CD9944-45C9-4AF7-9519-5718F607D7C4}" type="presParOf" srcId="{CFB7B65B-055E-4BA5-BF20-D8276C64B278}" destId="{C312B533-10C0-4EA3-BB4C-458FF24D20CD}" srcOrd="4" destOrd="0" presId="urn:microsoft.com/office/officeart/2005/8/layout/vList5"/>
    <dgm:cxn modelId="{9F8C79DF-A63C-486C-A436-FC54897594B3}" type="presParOf" srcId="{C312B533-10C0-4EA3-BB4C-458FF24D20CD}" destId="{C8B467B9-F288-4B77-969E-5DA8C67EF02E}"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343BAC-F713-4DF0-AD79-952481B06E70}">
      <dsp:nvSpPr>
        <dsp:cNvPr id="0" name=""/>
        <dsp:cNvSpPr/>
      </dsp:nvSpPr>
      <dsp:spPr>
        <a:xfrm>
          <a:off x="1571" y="380791"/>
          <a:ext cx="3350679" cy="201040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u="sng" kern="1200"/>
            <a:t>Microphone: 3000/=</a:t>
          </a:r>
          <a:endParaRPr lang="en-US" sz="2300" kern="1200"/>
        </a:p>
        <a:p>
          <a:pPr marL="171450" lvl="1" indent="-171450" algn="l" defTabSz="800100">
            <a:lnSpc>
              <a:spcPct val="90000"/>
            </a:lnSpc>
            <a:spcBef>
              <a:spcPct val="0"/>
            </a:spcBef>
            <a:spcAft>
              <a:spcPct val="15000"/>
            </a:spcAft>
            <a:buChar char="•"/>
          </a:pPr>
          <a:r>
            <a:rPr lang="en-US" sz="1800" kern="1200"/>
            <a:t>ANC (Active Noise cancellation) microphone required; hence increased cost.</a:t>
          </a:r>
        </a:p>
      </dsp:txBody>
      <dsp:txXfrm>
        <a:off x="60454" y="439674"/>
        <a:ext cx="3232913" cy="1892641"/>
      </dsp:txXfrm>
    </dsp:sp>
    <dsp:sp modelId="{63B0C5F5-3DAE-4C25-9CF8-E01253D3853D}">
      <dsp:nvSpPr>
        <dsp:cNvPr id="0" name=""/>
        <dsp:cNvSpPr/>
      </dsp:nvSpPr>
      <dsp:spPr>
        <a:xfrm>
          <a:off x="3647110" y="970510"/>
          <a:ext cx="710344" cy="83096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3647110" y="1136704"/>
        <a:ext cx="497241" cy="498580"/>
      </dsp:txXfrm>
    </dsp:sp>
    <dsp:sp modelId="{C8215430-648F-4B19-988D-51B84C0B7F6B}">
      <dsp:nvSpPr>
        <dsp:cNvPr id="0" name=""/>
        <dsp:cNvSpPr/>
      </dsp:nvSpPr>
      <dsp:spPr>
        <a:xfrm>
          <a:off x="4692522" y="380791"/>
          <a:ext cx="3350679" cy="201040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u="sng" kern="1200"/>
            <a:t>Microphone Isolation Shield: 5500/=</a:t>
          </a:r>
          <a:endParaRPr lang="en-US" sz="2300" kern="1200"/>
        </a:p>
        <a:p>
          <a:pPr marL="171450" lvl="1" indent="-171450" algn="l" defTabSz="800100">
            <a:lnSpc>
              <a:spcPct val="90000"/>
            </a:lnSpc>
            <a:spcBef>
              <a:spcPct val="0"/>
            </a:spcBef>
            <a:spcAft>
              <a:spcPct val="15000"/>
            </a:spcAft>
            <a:buChar char="•"/>
          </a:pPr>
          <a:r>
            <a:rPr lang="en-US" sz="1800" kern="1200"/>
            <a:t>To avoid echoing of sound</a:t>
          </a:r>
        </a:p>
        <a:p>
          <a:pPr marL="171450" lvl="1" indent="-171450" algn="l" defTabSz="800100">
            <a:lnSpc>
              <a:spcPct val="90000"/>
            </a:lnSpc>
            <a:spcBef>
              <a:spcPct val="0"/>
            </a:spcBef>
            <a:spcAft>
              <a:spcPct val="15000"/>
            </a:spcAft>
            <a:buChar char="•"/>
          </a:pPr>
          <a:r>
            <a:rPr lang="en-US" sz="1800" kern="1200"/>
            <a:t>Source: </a:t>
          </a:r>
          <a:r>
            <a:rPr lang="en-US" sz="1800" i="1" u="sng" kern="1200"/>
            <a:t>bdstall.com</a:t>
          </a:r>
          <a:endParaRPr lang="en-US" sz="1800" kern="1200"/>
        </a:p>
      </dsp:txBody>
      <dsp:txXfrm>
        <a:off x="4751405" y="439674"/>
        <a:ext cx="3232913" cy="1892641"/>
      </dsp:txXfrm>
    </dsp:sp>
    <dsp:sp modelId="{D61DF2AA-0B89-43A0-881D-15FA5631DD1A}">
      <dsp:nvSpPr>
        <dsp:cNvPr id="0" name=""/>
        <dsp:cNvSpPr/>
      </dsp:nvSpPr>
      <dsp:spPr>
        <a:xfrm rot="5400000">
          <a:off x="6012690" y="2625746"/>
          <a:ext cx="710344" cy="83096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5400000">
        <a:off x="6118573" y="2686058"/>
        <a:ext cx="498580" cy="497241"/>
      </dsp:txXfrm>
    </dsp:sp>
    <dsp:sp modelId="{A82486B0-21C8-400C-8F0A-0F518339081F}">
      <dsp:nvSpPr>
        <dsp:cNvPr id="0" name=""/>
        <dsp:cNvSpPr/>
      </dsp:nvSpPr>
      <dsp:spPr>
        <a:xfrm>
          <a:off x="4692522" y="3731470"/>
          <a:ext cx="3350679" cy="201040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u="sng" kern="1200"/>
            <a:t>Glass Booth: 7000/=</a:t>
          </a:r>
          <a:endParaRPr lang="en-US" sz="2300" kern="1200"/>
        </a:p>
        <a:p>
          <a:pPr marL="171450" lvl="1" indent="-171450" algn="l" defTabSz="800100">
            <a:lnSpc>
              <a:spcPct val="90000"/>
            </a:lnSpc>
            <a:spcBef>
              <a:spcPct val="0"/>
            </a:spcBef>
            <a:spcAft>
              <a:spcPct val="15000"/>
            </a:spcAft>
            <a:buChar char="•"/>
          </a:pPr>
          <a:r>
            <a:rPr lang="en-US" sz="1800" kern="1200"/>
            <a:t>Approximately 7’X5’X5’ glass booth required.</a:t>
          </a:r>
        </a:p>
        <a:p>
          <a:pPr marL="171450" lvl="1" indent="-171450" algn="l" defTabSz="800100">
            <a:lnSpc>
              <a:spcPct val="90000"/>
            </a:lnSpc>
            <a:spcBef>
              <a:spcPct val="0"/>
            </a:spcBef>
            <a:spcAft>
              <a:spcPct val="15000"/>
            </a:spcAft>
            <a:buChar char="•"/>
          </a:pPr>
          <a:r>
            <a:rPr lang="en-US" sz="1800" kern="1200"/>
            <a:t>(Setup cost included)</a:t>
          </a:r>
        </a:p>
      </dsp:txBody>
      <dsp:txXfrm>
        <a:off x="4751405" y="3790353"/>
        <a:ext cx="3232913" cy="1892641"/>
      </dsp:txXfrm>
    </dsp:sp>
    <dsp:sp modelId="{025E9F0C-CDFB-426D-BB39-4DF62993A8BE}">
      <dsp:nvSpPr>
        <dsp:cNvPr id="0" name=""/>
        <dsp:cNvSpPr/>
      </dsp:nvSpPr>
      <dsp:spPr>
        <a:xfrm rot="10800000">
          <a:off x="3687319" y="4321190"/>
          <a:ext cx="710344" cy="83096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3900422" y="4487384"/>
        <a:ext cx="497241" cy="498580"/>
      </dsp:txXfrm>
    </dsp:sp>
    <dsp:sp modelId="{F326112F-A690-42AC-A1F3-C6EF78CC9A78}">
      <dsp:nvSpPr>
        <dsp:cNvPr id="0" name=""/>
        <dsp:cNvSpPr/>
      </dsp:nvSpPr>
      <dsp:spPr>
        <a:xfrm>
          <a:off x="1571" y="3731470"/>
          <a:ext cx="3350679" cy="201040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Total Cost: 15500/=</a:t>
          </a:r>
        </a:p>
      </dsp:txBody>
      <dsp:txXfrm>
        <a:off x="60454" y="3790353"/>
        <a:ext cx="3232913" cy="18926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E60178-3C94-4F97-9C58-665C60EECBB5}">
      <dsp:nvSpPr>
        <dsp:cNvPr id="0" name=""/>
        <dsp:cNvSpPr/>
      </dsp:nvSpPr>
      <dsp:spPr>
        <a:xfrm>
          <a:off x="0" y="719"/>
          <a:ext cx="6588691" cy="16843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0A3D0D-0EDE-4FD6-A1C9-46C88DE59766}">
      <dsp:nvSpPr>
        <dsp:cNvPr id="0" name=""/>
        <dsp:cNvSpPr/>
      </dsp:nvSpPr>
      <dsp:spPr>
        <a:xfrm>
          <a:off x="509522" y="379703"/>
          <a:ext cx="926404" cy="9264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0AF257F-2312-4C97-94AD-0F76D2B15EEB}">
      <dsp:nvSpPr>
        <dsp:cNvPr id="0" name=""/>
        <dsp:cNvSpPr/>
      </dsp:nvSpPr>
      <dsp:spPr>
        <a:xfrm>
          <a:off x="1945450" y="719"/>
          <a:ext cx="4643240" cy="1684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8263" tIns="178263" rIns="178263" bIns="178263" numCol="1" spcCol="1270" anchor="ctr" anchorCtr="0">
          <a:noAutofit/>
        </a:bodyPr>
        <a:lstStyle/>
        <a:p>
          <a:pPr marL="0" lvl="0" indent="0" algn="l" defTabSz="1111250">
            <a:lnSpc>
              <a:spcPct val="90000"/>
            </a:lnSpc>
            <a:spcBef>
              <a:spcPct val="0"/>
            </a:spcBef>
            <a:spcAft>
              <a:spcPct val="35000"/>
            </a:spcAft>
            <a:buNone/>
          </a:pPr>
          <a:r>
            <a:rPr lang="en-US" sz="2500" b="0" i="0" kern="1200"/>
            <a:t>1. Using better algorithms consisting of ML and DL</a:t>
          </a:r>
          <a:endParaRPr lang="en-US" sz="2500" kern="1200"/>
        </a:p>
      </dsp:txBody>
      <dsp:txXfrm>
        <a:off x="1945450" y="719"/>
        <a:ext cx="4643240" cy="1684372"/>
      </dsp:txXfrm>
    </dsp:sp>
    <dsp:sp modelId="{E02A3240-30ED-41EB-B355-8FFF4E8D1ABF}">
      <dsp:nvSpPr>
        <dsp:cNvPr id="0" name=""/>
        <dsp:cNvSpPr/>
      </dsp:nvSpPr>
      <dsp:spPr>
        <a:xfrm>
          <a:off x="0" y="2106185"/>
          <a:ext cx="6588691" cy="16843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2C60D0-6220-4D5B-A301-EACBC0B070D3}">
      <dsp:nvSpPr>
        <dsp:cNvPr id="0" name=""/>
        <dsp:cNvSpPr/>
      </dsp:nvSpPr>
      <dsp:spPr>
        <a:xfrm>
          <a:off x="509522" y="2485169"/>
          <a:ext cx="926404" cy="9264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B07454A-3D48-49EF-BD8E-779D42019D89}">
      <dsp:nvSpPr>
        <dsp:cNvPr id="0" name=""/>
        <dsp:cNvSpPr/>
      </dsp:nvSpPr>
      <dsp:spPr>
        <a:xfrm>
          <a:off x="1945450" y="2106185"/>
          <a:ext cx="4643240" cy="1684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8263" tIns="178263" rIns="178263" bIns="178263" numCol="1" spcCol="1270" anchor="ctr" anchorCtr="0">
          <a:noAutofit/>
        </a:bodyPr>
        <a:lstStyle/>
        <a:p>
          <a:pPr marL="0" lvl="0" indent="0" algn="l" defTabSz="1111250">
            <a:lnSpc>
              <a:spcPct val="90000"/>
            </a:lnSpc>
            <a:spcBef>
              <a:spcPct val="0"/>
            </a:spcBef>
            <a:spcAft>
              <a:spcPct val="35000"/>
            </a:spcAft>
            <a:buNone/>
          </a:pPr>
          <a:r>
            <a:rPr lang="en-US" sz="2500" b="0" i="0" kern="1200"/>
            <a:t>2. Incorporating biometric information testing additionally</a:t>
          </a:r>
          <a:endParaRPr lang="en-US" sz="2500" kern="1200"/>
        </a:p>
      </dsp:txBody>
      <dsp:txXfrm>
        <a:off x="1945450" y="2106185"/>
        <a:ext cx="4643240" cy="1684372"/>
      </dsp:txXfrm>
    </dsp:sp>
    <dsp:sp modelId="{2AE6D0DE-DDCA-4C24-8FB3-D072A1A5BF52}">
      <dsp:nvSpPr>
        <dsp:cNvPr id="0" name=""/>
        <dsp:cNvSpPr/>
      </dsp:nvSpPr>
      <dsp:spPr>
        <a:xfrm>
          <a:off x="0" y="4211650"/>
          <a:ext cx="6588691" cy="16843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F33B06-1CC1-425F-80DF-E806E1FD16DB}">
      <dsp:nvSpPr>
        <dsp:cNvPr id="0" name=""/>
        <dsp:cNvSpPr/>
      </dsp:nvSpPr>
      <dsp:spPr>
        <a:xfrm>
          <a:off x="509522" y="4590634"/>
          <a:ext cx="926404" cy="9264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10E4475-DA6B-4969-B3A6-C76E52942E62}">
      <dsp:nvSpPr>
        <dsp:cNvPr id="0" name=""/>
        <dsp:cNvSpPr/>
      </dsp:nvSpPr>
      <dsp:spPr>
        <a:xfrm>
          <a:off x="1945450" y="4211650"/>
          <a:ext cx="4643240" cy="16843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8263" tIns="178263" rIns="178263" bIns="178263" numCol="1" spcCol="1270" anchor="ctr" anchorCtr="0">
          <a:noAutofit/>
        </a:bodyPr>
        <a:lstStyle/>
        <a:p>
          <a:pPr marL="0" lvl="0" indent="0" algn="l" defTabSz="1111250">
            <a:lnSpc>
              <a:spcPct val="90000"/>
            </a:lnSpc>
            <a:spcBef>
              <a:spcPct val="0"/>
            </a:spcBef>
            <a:spcAft>
              <a:spcPct val="35000"/>
            </a:spcAft>
            <a:buNone/>
          </a:pPr>
          <a:r>
            <a:rPr lang="en-US" sz="2500" b="0" i="0" kern="1200"/>
            <a:t>3. Using larger database</a:t>
          </a:r>
          <a:endParaRPr lang="en-US" sz="2500" kern="1200"/>
        </a:p>
      </dsp:txBody>
      <dsp:txXfrm>
        <a:off x="1945450" y="4211650"/>
        <a:ext cx="4643240" cy="16843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D13303-AC04-4C38-BD7A-EC37E633FE3A}">
      <dsp:nvSpPr>
        <dsp:cNvPr id="0" name=""/>
        <dsp:cNvSpPr/>
      </dsp:nvSpPr>
      <dsp:spPr>
        <a:xfrm>
          <a:off x="3364992" y="2124"/>
          <a:ext cx="3785616" cy="1402286"/>
        </a:xfrm>
        <a:prstGeom prst="roundRect">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b="0" i="0" kern="1200"/>
            <a:t>Blind people can be helped a lot by voice-based speaker recognition.</a:t>
          </a:r>
          <a:endParaRPr lang="en-US" sz="2100" kern="1200"/>
        </a:p>
      </dsp:txBody>
      <dsp:txXfrm>
        <a:off x="3433446" y="70578"/>
        <a:ext cx="3648708" cy="1265378"/>
      </dsp:txXfrm>
    </dsp:sp>
    <dsp:sp modelId="{74654B6F-2478-425C-831F-DFEAA503BE93}">
      <dsp:nvSpPr>
        <dsp:cNvPr id="0" name=""/>
        <dsp:cNvSpPr/>
      </dsp:nvSpPr>
      <dsp:spPr>
        <a:xfrm>
          <a:off x="3364992" y="1474525"/>
          <a:ext cx="3785616" cy="1402286"/>
        </a:xfrm>
        <a:prstGeom prst="roundRect">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b="0" i="0" kern="1200"/>
            <a:t>Using ATM booths is difficult for them, the way it is.</a:t>
          </a:r>
          <a:endParaRPr lang="en-US" sz="2100" kern="1200"/>
        </a:p>
      </dsp:txBody>
      <dsp:txXfrm>
        <a:off x="3433446" y="1542979"/>
        <a:ext cx="3648708" cy="1265378"/>
      </dsp:txXfrm>
    </dsp:sp>
    <dsp:sp modelId="{C8B467B9-F288-4B77-969E-5DA8C67EF02E}">
      <dsp:nvSpPr>
        <dsp:cNvPr id="0" name=""/>
        <dsp:cNvSpPr/>
      </dsp:nvSpPr>
      <dsp:spPr>
        <a:xfrm>
          <a:off x="3364992" y="2946926"/>
          <a:ext cx="3785616" cy="1402286"/>
        </a:xfrm>
        <a:prstGeom prst="roundRect">
          <a:avLst/>
        </a:prstGeom>
        <a:gradFill rotWithShape="0">
          <a:gsLst>
            <a:gs pos="0">
              <a:schemeClr val="dk2">
                <a:hueOff val="0"/>
                <a:satOff val="0"/>
                <a:lumOff val="0"/>
                <a:alphaOff val="0"/>
                <a:tint val="98000"/>
                <a:lumMod val="114000"/>
              </a:schemeClr>
            </a:gs>
            <a:gs pos="100000">
              <a:schemeClr val="dk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US" sz="2100" b="0" i="0" kern="1200"/>
            <a:t>We aim to develop a system , where blind personnel can access ATM booth only with voice.</a:t>
          </a:r>
          <a:endParaRPr lang="en-US" sz="2100" kern="1200"/>
        </a:p>
      </dsp:txBody>
      <dsp:txXfrm>
        <a:off x="3433446" y="3015380"/>
        <a:ext cx="3648708" cy="1265378"/>
      </dsp:txXfrm>
    </dsp:sp>
  </dsp:spTree>
</dsp:drawing>
</file>

<file path=ppt/diagrams/layout1.xml><?xml version="1.0" encoding="utf-8"?>
<dgm:layoutDef xmlns:dgm="http://schemas.openxmlformats.org/drawingml/2006/diagram" xmlns:a="http://schemas.openxmlformats.org/drawingml/2006/main" uniqueId="urn:microsoft.com/office/officeart/2005/8/layout/process5#1">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bkpt" val="endCnv"/>
          <dgm:param type="contDir" val="revDir"/>
          <dgm:param type="grDir" val="tL"/>
          <dgm:param type="flowDir" val="row"/>
        </dgm:alg>
      </dgm:if>
      <dgm:else name="Name2">
        <dgm:alg type="snake">
          <dgm:param type="bkpt" val="endCnv"/>
          <dgm:param type="contDir" val="revDir"/>
          <dgm:param type="grDir" val="tR"/>
          <dgm:param type="flowDir" val="row"/>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5" name="Google Shape;29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panose="020B0604020202020204"/>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panose="020B0604020202020204"/>
                <a:ea typeface="+mj-ea"/>
                <a:cs typeface="+mj-cs"/>
              </a:defRPr>
            </a:lvl1pPr>
          </a:lstStyle>
          <a:p>
            <a:pPr lvl="0"/>
            <a:r>
              <a:rPr lang="en-US" dirty="0"/>
              <a:t>”</a:t>
            </a:r>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713"/>
          <a:stretch>
            <a:fillRect/>
          </a:stretch>
        </p:blipFill>
        <p:spPr>
          <a:xfrm>
            <a:off x="8000197" y="0"/>
            <a:ext cx="1603387" cy="1143000"/>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4199"/>
          <a:stretch>
            <a:fillRect/>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62626"/>
        </a:solidFill>
        <a:effectLst/>
      </p:bgPr>
    </p:bg>
    <p:spTree>
      <p:nvGrpSpPr>
        <p:cNvPr id="1" name="Shape 233"/>
        <p:cNvGrpSpPr/>
        <p:nvPr/>
      </p:nvGrpSpPr>
      <p:grpSpPr>
        <a:xfrm>
          <a:off x="0" y="0"/>
          <a:ext cx="0" cy="0"/>
          <a:chOff x="0" y="0"/>
          <a:chExt cx="0" cy="0"/>
        </a:xfrm>
      </p:grpSpPr>
      <p:sp>
        <p:nvSpPr>
          <p:cNvPr id="234" name="Google Shape;234;p1"/>
          <p:cNvSpPr txBox="1">
            <a:spLocks noGrp="1"/>
          </p:cNvSpPr>
          <p:nvPr>
            <p:ph type="ctrTitle"/>
          </p:nvPr>
        </p:nvSpPr>
        <p:spPr>
          <a:xfrm>
            <a:off x="2751913" y="1423920"/>
            <a:ext cx="8791575" cy="23876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800"/>
              <a:buFont typeface="Twentieth Century"/>
              <a:buNone/>
            </a:pPr>
            <a:r>
              <a:rPr lang="en-US"/>
              <a:t>        </a:t>
            </a:r>
          </a:p>
        </p:txBody>
      </p:sp>
      <p:sp>
        <p:nvSpPr>
          <p:cNvPr id="235" name="Google Shape;235;p1"/>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Clr>
                <a:schemeClr val="lt2"/>
              </a:buClr>
              <a:buSzPts val="2500"/>
              <a:buNone/>
            </a:pPr>
            <a:r>
              <a:rPr lang="en-US" dirty="0"/>
              <a:t>        </a:t>
            </a:r>
            <a:endParaRPr dirty="0"/>
          </a:p>
        </p:txBody>
      </p:sp>
      <p:sp>
        <p:nvSpPr>
          <p:cNvPr id="236" name="Google Shape;236;p1"/>
          <p:cNvSpPr txBox="1"/>
          <p:nvPr/>
        </p:nvSpPr>
        <p:spPr>
          <a:xfrm>
            <a:off x="2808050" y="832319"/>
            <a:ext cx="7859949" cy="23082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0" i="0" u="sng" strike="noStrike" cap="none" dirty="0">
                <a:solidFill>
                  <a:srgbClr val="FCCB87"/>
                </a:solidFill>
                <a:latin typeface="Algerian" panose="04020705040A02060702" pitchFamily="82" charset="0"/>
                <a:ea typeface="Century Gothic" panose="020B0502020202020204"/>
                <a:cs typeface="Times New Roman" panose="02020603050405020304" pitchFamily="18" charset="0"/>
                <a:sym typeface="Century Gothic" panose="020B0502020202020204"/>
              </a:rPr>
              <a:t>BANK SECURITY SYSTEM BASED ON VOICE RECOGNITION</a:t>
            </a:r>
            <a:endParaRPr sz="4800" u="sng" dirty="0">
              <a:solidFill>
                <a:srgbClr val="FCCB87"/>
              </a:solidFill>
              <a:latin typeface="Algerian" panose="04020705040A02060702" pitchFamily="82" charset="0"/>
              <a:ea typeface="Century Gothic" panose="020B0502020202020204"/>
              <a:cs typeface="Times New Roman" panose="02020603050405020304" pitchFamily="18" charset="0"/>
              <a:sym typeface="Century Gothic" panose="020B0502020202020204"/>
            </a:endParaRPr>
          </a:p>
        </p:txBody>
      </p:sp>
      <p:sp>
        <p:nvSpPr>
          <p:cNvPr id="237" name="Google Shape;237;p1"/>
          <p:cNvSpPr txBox="1"/>
          <p:nvPr/>
        </p:nvSpPr>
        <p:spPr>
          <a:xfrm>
            <a:off x="3186227" y="3811520"/>
            <a:ext cx="6507804" cy="22159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i="1" dirty="0">
                <a:solidFill>
                  <a:srgbClr val="FDDCAF"/>
                </a:solidFill>
                <a:latin typeface="Algerian" panose="04020705040A02060702" pitchFamily="82" charset="0"/>
                <a:ea typeface="Century Gothic" panose="020B0502020202020204"/>
                <a:cs typeface="Times New Roman" panose="02020603050405020304" pitchFamily="18" charset="0"/>
                <a:sym typeface="Century Gothic" panose="020B0502020202020204"/>
              </a:rPr>
              <a:t>Submitted by:</a:t>
            </a:r>
            <a:endParaRPr sz="2400" i="1" dirty="0">
              <a:latin typeface="Algerian" panose="04020705040A02060702" pitchFamily="82" charset="0"/>
              <a:cs typeface="Times New Roman" panose="02020603050405020304" pitchFamily="18" charset="0"/>
            </a:endParaRPr>
          </a:p>
          <a:p>
            <a:pPr marL="0" marR="0" lvl="0" indent="0" algn="l" rtl="0">
              <a:spcBef>
                <a:spcPts val="0"/>
              </a:spcBef>
              <a:spcAft>
                <a:spcPts val="0"/>
              </a:spcAft>
              <a:buNone/>
            </a:pPr>
            <a:r>
              <a:rPr lang="en-US" sz="2400" dirty="0">
                <a:solidFill>
                  <a:schemeClr val="lt1"/>
                </a:solidFill>
                <a:latin typeface="Algerian" panose="04020705040A02060702" pitchFamily="82" charset="0"/>
                <a:ea typeface="Century Gothic" panose="020B0502020202020204"/>
                <a:cs typeface="Times New Roman" panose="02020603050405020304" pitchFamily="18" charset="0"/>
                <a:sym typeface="Century Gothic" panose="020B0502020202020204"/>
              </a:rPr>
              <a:t>Abdul Jabber </a:t>
            </a:r>
            <a:r>
              <a:rPr lang="en-US" sz="2400" dirty="0" err="1">
                <a:solidFill>
                  <a:schemeClr val="lt1"/>
                </a:solidFill>
                <a:latin typeface="Algerian" panose="04020705040A02060702" pitchFamily="82" charset="0"/>
                <a:ea typeface="Century Gothic" panose="020B0502020202020204"/>
                <a:cs typeface="Times New Roman" panose="02020603050405020304" pitchFamily="18" charset="0"/>
                <a:sym typeface="Century Gothic" panose="020B0502020202020204"/>
              </a:rPr>
              <a:t>Antor</a:t>
            </a:r>
            <a:r>
              <a:rPr lang="en-US" sz="2400" dirty="0">
                <a:solidFill>
                  <a:schemeClr val="lt1"/>
                </a:solidFill>
                <a:latin typeface="Algerian" panose="04020705040A02060702" pitchFamily="82" charset="0"/>
                <a:ea typeface="Century Gothic" panose="020B0502020202020204"/>
                <a:cs typeface="Times New Roman" panose="02020603050405020304" pitchFamily="18" charset="0"/>
                <a:sym typeface="Century Gothic" panose="020B0502020202020204"/>
              </a:rPr>
              <a:t> (1906062)</a:t>
            </a:r>
            <a:endParaRPr sz="2400" dirty="0">
              <a:latin typeface="Algerian" panose="04020705040A02060702" pitchFamily="82" charset="0"/>
              <a:cs typeface="Times New Roman" panose="02020603050405020304" pitchFamily="18" charset="0"/>
            </a:endParaRPr>
          </a:p>
          <a:p>
            <a:pPr marL="0" marR="0" lvl="0" indent="0" algn="l" rtl="0">
              <a:spcBef>
                <a:spcPts val="0"/>
              </a:spcBef>
              <a:spcAft>
                <a:spcPts val="0"/>
              </a:spcAft>
              <a:buNone/>
            </a:pPr>
            <a:r>
              <a:rPr lang="en-US" sz="2400" dirty="0" err="1">
                <a:solidFill>
                  <a:schemeClr val="lt1"/>
                </a:solidFill>
                <a:latin typeface="Algerian" panose="04020705040A02060702" pitchFamily="82" charset="0"/>
                <a:ea typeface="Century Gothic" panose="020B0502020202020204"/>
                <a:cs typeface="Times New Roman" panose="02020603050405020304" pitchFamily="18" charset="0"/>
                <a:sym typeface="Century Gothic" panose="020B0502020202020204"/>
              </a:rPr>
              <a:t>Tapu</a:t>
            </a:r>
            <a:r>
              <a:rPr lang="en-US" sz="2400" dirty="0">
                <a:solidFill>
                  <a:schemeClr val="lt1"/>
                </a:solidFill>
                <a:latin typeface="Algerian" panose="04020705040A02060702" pitchFamily="82" charset="0"/>
                <a:ea typeface="Century Gothic" panose="020B0502020202020204"/>
                <a:cs typeface="Times New Roman" panose="02020603050405020304" pitchFamily="18" charset="0"/>
                <a:sym typeface="Century Gothic" panose="020B0502020202020204"/>
              </a:rPr>
              <a:t> Dutta (1906049)</a:t>
            </a:r>
            <a:endParaRPr sz="2400" dirty="0">
              <a:latin typeface="Algerian" panose="04020705040A02060702" pitchFamily="82" charset="0"/>
              <a:cs typeface="Times New Roman" panose="02020603050405020304" pitchFamily="18" charset="0"/>
            </a:endParaRPr>
          </a:p>
          <a:p>
            <a:pPr marL="0" marR="0" lvl="0" indent="0" algn="l" rtl="0">
              <a:spcBef>
                <a:spcPts val="0"/>
              </a:spcBef>
              <a:spcAft>
                <a:spcPts val="0"/>
              </a:spcAft>
              <a:buNone/>
            </a:pPr>
            <a:r>
              <a:rPr lang="en-US" sz="2400" dirty="0" err="1">
                <a:solidFill>
                  <a:schemeClr val="lt1"/>
                </a:solidFill>
                <a:latin typeface="Algerian" panose="04020705040A02060702" pitchFamily="82" charset="0"/>
                <a:ea typeface="Century Gothic" panose="020B0502020202020204"/>
                <a:cs typeface="Times New Roman" panose="02020603050405020304" pitchFamily="18" charset="0"/>
                <a:sym typeface="Century Gothic" panose="020B0502020202020204"/>
              </a:rPr>
              <a:t>Jonaidul</a:t>
            </a:r>
            <a:r>
              <a:rPr lang="en-US" sz="2400" dirty="0">
                <a:solidFill>
                  <a:schemeClr val="lt1"/>
                </a:solidFill>
                <a:latin typeface="Algerian" panose="04020705040A02060702" pitchFamily="82" charset="0"/>
                <a:ea typeface="Century Gothic" panose="020B0502020202020204"/>
                <a:cs typeface="Times New Roman" panose="02020603050405020304" pitchFamily="18" charset="0"/>
                <a:sym typeface="Century Gothic" panose="020B0502020202020204"/>
              </a:rPr>
              <a:t> Islam </a:t>
            </a:r>
            <a:r>
              <a:rPr lang="en-US" sz="2400" dirty="0" err="1">
                <a:solidFill>
                  <a:schemeClr val="lt1"/>
                </a:solidFill>
                <a:latin typeface="Algerian" panose="04020705040A02060702" pitchFamily="82" charset="0"/>
                <a:ea typeface="Century Gothic" panose="020B0502020202020204"/>
                <a:cs typeface="Times New Roman" panose="02020603050405020304" pitchFamily="18" charset="0"/>
                <a:sym typeface="Century Gothic" panose="020B0502020202020204"/>
              </a:rPr>
              <a:t>Sikder</a:t>
            </a:r>
            <a:r>
              <a:rPr lang="en-US" sz="2400" dirty="0">
                <a:solidFill>
                  <a:schemeClr val="lt1"/>
                </a:solidFill>
                <a:latin typeface="Algerian" panose="04020705040A02060702" pitchFamily="82" charset="0"/>
                <a:ea typeface="Century Gothic" panose="020B0502020202020204"/>
                <a:cs typeface="Times New Roman" panose="02020603050405020304" pitchFamily="18" charset="0"/>
                <a:sym typeface="Century Gothic" panose="020B0502020202020204"/>
              </a:rPr>
              <a:t> (1906041)</a:t>
            </a:r>
            <a:endParaRPr sz="2400" dirty="0">
              <a:latin typeface="Algerian" panose="04020705040A02060702" pitchFamily="82" charset="0"/>
              <a:cs typeface="Times New Roman" panose="02020603050405020304" pitchFamily="18" charset="0"/>
            </a:endParaRPr>
          </a:p>
          <a:p>
            <a:pPr marL="0" marR="0" lvl="0" indent="0" algn="l" rtl="0">
              <a:spcBef>
                <a:spcPts val="0"/>
              </a:spcBef>
              <a:spcAft>
                <a:spcPts val="0"/>
              </a:spcAft>
              <a:buNone/>
            </a:pPr>
            <a:r>
              <a:rPr lang="en-US" sz="2400" dirty="0">
                <a:solidFill>
                  <a:schemeClr val="lt1"/>
                </a:solidFill>
                <a:latin typeface="Algerian" panose="04020705040A02060702" pitchFamily="82" charset="0"/>
                <a:ea typeface="Century Gothic" panose="020B0502020202020204"/>
                <a:cs typeface="Times New Roman" panose="02020603050405020304" pitchFamily="18" charset="0"/>
                <a:sym typeface="Century Gothic" panose="020B0502020202020204"/>
              </a:rPr>
              <a:t>Md. Rakib Hossain (1906034)</a:t>
            </a:r>
            <a:endParaRPr sz="2400" dirty="0">
              <a:latin typeface="Algerian" panose="04020705040A02060702" pitchFamily="82" charset="0"/>
              <a:cs typeface="Times New Roman" panose="02020603050405020304" pitchFamily="18" charset="0"/>
            </a:endParaRPr>
          </a:p>
          <a:p>
            <a:pPr marL="0" marR="0" lvl="0" indent="0" algn="l" rtl="0">
              <a:spcBef>
                <a:spcPts val="0"/>
              </a:spcBef>
              <a:spcAft>
                <a:spcPts val="0"/>
              </a:spcAft>
              <a:buNone/>
            </a:pPr>
            <a:endParaRPr sz="1800" dirty="0">
              <a:solidFill>
                <a:schemeClr val="lt1"/>
              </a:solidFill>
              <a:latin typeface="Algerian" panose="04020705040A02060702" pitchFamily="82" charset="0"/>
              <a:ea typeface="Century Gothic" panose="020B0502020202020204"/>
              <a:cs typeface="Times New Roman" panose="02020603050405020304" pitchFamily="18" charset="0"/>
              <a:sym typeface="Century Gothic" panose="020B0502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62626"/>
        </a:solidFill>
        <a:effectLst/>
      </p:bgPr>
    </p:bg>
    <p:spTree>
      <p:nvGrpSpPr>
        <p:cNvPr id="1" name="Shape 241"/>
        <p:cNvGrpSpPr/>
        <p:nvPr/>
      </p:nvGrpSpPr>
      <p:grpSpPr>
        <a:xfrm>
          <a:off x="0" y="0"/>
          <a:ext cx="0" cy="0"/>
          <a:chOff x="0" y="0"/>
          <a:chExt cx="0" cy="0"/>
        </a:xfrm>
      </p:grpSpPr>
      <p:sp>
        <p:nvSpPr>
          <p:cNvPr id="242" name="Google Shape;242;p2"/>
          <p:cNvSpPr txBox="1">
            <a:spLocks noGrp="1"/>
          </p:cNvSpPr>
          <p:nvPr>
            <p:ph type="ctrTitle"/>
          </p:nvPr>
        </p:nvSpPr>
        <p:spPr>
          <a:xfrm>
            <a:off x="2707529" y="1433648"/>
            <a:ext cx="8791575" cy="23876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800"/>
              <a:buFont typeface="Twentieth Century"/>
              <a:buNone/>
            </a:pPr>
            <a:r>
              <a:rPr lang="en-US"/>
              <a:t>        </a:t>
            </a:r>
          </a:p>
        </p:txBody>
      </p:sp>
      <p:sp>
        <p:nvSpPr>
          <p:cNvPr id="243" name="Google Shape;243;p2"/>
          <p:cNvSpPr txBox="1">
            <a:spLocks noGrp="1"/>
          </p:cNvSpPr>
          <p:nvPr>
            <p:ph type="subTitle" idx="1"/>
          </p:nvPr>
        </p:nvSpPr>
        <p:spPr>
          <a:xfrm>
            <a:off x="1876424" y="3553400"/>
            <a:ext cx="8791575" cy="1655762"/>
          </a:xfrm>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Clr>
                <a:schemeClr val="lt2"/>
              </a:buClr>
              <a:buSzPts val="2500"/>
              <a:buNone/>
            </a:pPr>
            <a:r>
              <a:rPr lang="en-US" dirty="0"/>
              <a:t>    </a:t>
            </a:r>
            <a:endParaRPr dirty="0"/>
          </a:p>
        </p:txBody>
      </p:sp>
      <p:sp>
        <p:nvSpPr>
          <p:cNvPr id="244" name="Google Shape;244;p2"/>
          <p:cNvSpPr txBox="1"/>
          <p:nvPr/>
        </p:nvSpPr>
        <p:spPr>
          <a:xfrm>
            <a:off x="2557360" y="499288"/>
            <a:ext cx="8249055" cy="20312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u="sng" dirty="0">
                <a:solidFill>
                  <a:srgbClr val="FCCB87"/>
                </a:solidFill>
                <a:latin typeface="Times New Roman" panose="02020603050405020304" pitchFamily="18" charset="0"/>
                <a:ea typeface="Century Gothic" panose="020B0502020202020204"/>
                <a:cs typeface="Times New Roman" panose="02020603050405020304" pitchFamily="18" charset="0"/>
                <a:sym typeface="Century Gothic" panose="020B0502020202020204"/>
              </a:rPr>
              <a:t>Objective</a:t>
            </a:r>
            <a:endParaRPr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sz="2400" dirty="0">
              <a:solidFill>
                <a:schemeClr val="lt1"/>
              </a:solidFill>
              <a:latin typeface="Times New Roman" panose="02020603050405020304" pitchFamily="18" charset="0"/>
              <a:ea typeface="Century Gothic" panose="020B0502020202020204"/>
              <a:cs typeface="Times New Roman" panose="02020603050405020304" pitchFamily="18" charset="0"/>
              <a:sym typeface="Century Gothic" panose="020B0502020202020204"/>
            </a:endParaRPr>
          </a:p>
          <a:p>
            <a:pPr marL="0" marR="0" lvl="0" indent="0" algn="l" rtl="0">
              <a:spcBef>
                <a:spcPts val="0"/>
              </a:spcBef>
              <a:spcAft>
                <a:spcPts val="0"/>
              </a:spcAft>
              <a:buNone/>
            </a:pPr>
            <a:r>
              <a:rPr lang="en-US" sz="2400" dirty="0">
                <a:solidFill>
                  <a:schemeClr val="lt1"/>
                </a:solidFill>
                <a:latin typeface="Times New Roman" panose="02020603050405020304" pitchFamily="18" charset="0"/>
                <a:ea typeface="Century Gothic" panose="020B0502020202020204"/>
                <a:cs typeface="Times New Roman" panose="02020603050405020304" pitchFamily="18" charset="0"/>
                <a:sym typeface="Century Gothic" panose="020B0502020202020204"/>
              </a:rPr>
              <a:t>Developing a user friendly security system for a bank/ATM booth based on voice that will operate in Bangla language.</a:t>
            </a:r>
            <a:endParaRPr dirty="0">
              <a:latin typeface="Times New Roman" panose="02020603050405020304" pitchFamily="18" charset="0"/>
              <a:cs typeface="Times New Roman" panose="02020603050405020304" pitchFamily="18" charset="0"/>
            </a:endParaRPr>
          </a:p>
          <a:p>
            <a:pPr marL="285750" marR="0" lvl="0" indent="-171450" algn="l" rtl="0">
              <a:spcBef>
                <a:spcPts val="0"/>
              </a:spcBef>
              <a:spcAft>
                <a:spcPts val="0"/>
              </a:spcAft>
              <a:buClr>
                <a:schemeClr val="lt1"/>
              </a:buClr>
              <a:buSzPts val="1800"/>
              <a:buFont typeface="Noto Sans Symbols"/>
              <a:buNone/>
            </a:pPr>
            <a:endParaRPr sz="1800" dirty="0">
              <a:solidFill>
                <a:schemeClr val="lt1"/>
              </a:solidFill>
              <a:latin typeface="Times New Roman" panose="02020603050405020304" pitchFamily="18" charset="0"/>
              <a:ea typeface="Century Gothic" panose="020B0502020202020204"/>
              <a:cs typeface="Times New Roman" panose="02020603050405020304" pitchFamily="18" charset="0"/>
              <a:sym typeface="Century Gothic" panose="020B0502020202020204"/>
            </a:endParaRPr>
          </a:p>
        </p:txBody>
      </p:sp>
      <p:sp>
        <p:nvSpPr>
          <p:cNvPr id="245" name="Google Shape;245;p2"/>
          <p:cNvSpPr txBox="1"/>
          <p:nvPr/>
        </p:nvSpPr>
        <p:spPr>
          <a:xfrm>
            <a:off x="2557360" y="2895538"/>
            <a:ext cx="8110639"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u="sng" dirty="0">
                <a:solidFill>
                  <a:srgbClr val="FCCB87"/>
                </a:solidFill>
                <a:latin typeface="Times New Roman" panose="02020603050405020304" pitchFamily="18" charset="0"/>
                <a:ea typeface="Century Gothic" panose="020B0502020202020204"/>
                <a:cs typeface="Times New Roman" panose="02020603050405020304" pitchFamily="18" charset="0"/>
                <a:sym typeface="Century Gothic" panose="020B0502020202020204"/>
              </a:rPr>
              <a:t>Components</a:t>
            </a:r>
            <a:endParaRPr dirty="0">
              <a:latin typeface="Times New Roman" panose="02020603050405020304" pitchFamily="18" charset="0"/>
              <a:cs typeface="Times New Roman" panose="02020603050405020304" pitchFamily="18" charset="0"/>
            </a:endParaRPr>
          </a:p>
        </p:txBody>
      </p:sp>
      <p:pic>
        <p:nvPicPr>
          <p:cNvPr id="246" name="Google Shape;246;p2"/>
          <p:cNvPicPr preferRelativeResize="0"/>
          <p:nvPr/>
        </p:nvPicPr>
        <p:blipFill rotWithShape="1">
          <a:blip r:embed="rId3"/>
          <a:srcRect/>
          <a:stretch>
            <a:fillRect/>
          </a:stretch>
        </p:blipFill>
        <p:spPr>
          <a:xfrm>
            <a:off x="2756780" y="3837709"/>
            <a:ext cx="1811256" cy="1458486"/>
          </a:xfrm>
          <a:prstGeom prst="rect">
            <a:avLst/>
          </a:prstGeom>
          <a:noFill/>
          <a:ln>
            <a:noFill/>
          </a:ln>
        </p:spPr>
      </p:pic>
      <p:pic>
        <p:nvPicPr>
          <p:cNvPr id="248" name="Google Shape;248;p2"/>
          <p:cNvPicPr preferRelativeResize="0"/>
          <p:nvPr/>
        </p:nvPicPr>
        <p:blipFill rotWithShape="1">
          <a:blip r:embed="rId4"/>
          <a:srcRect/>
          <a:stretch>
            <a:fillRect/>
          </a:stretch>
        </p:blipFill>
        <p:spPr>
          <a:xfrm>
            <a:off x="8006247" y="3832779"/>
            <a:ext cx="2178996" cy="1479302"/>
          </a:xfrm>
          <a:prstGeom prst="rect">
            <a:avLst/>
          </a:prstGeom>
          <a:noFill/>
          <a:ln>
            <a:noFill/>
          </a:ln>
        </p:spPr>
      </p:pic>
      <p:sp>
        <p:nvSpPr>
          <p:cNvPr id="249" name="Google Shape;249;p2"/>
          <p:cNvSpPr txBox="1"/>
          <p:nvPr/>
        </p:nvSpPr>
        <p:spPr>
          <a:xfrm>
            <a:off x="2707529" y="5528934"/>
            <a:ext cx="7681611"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lt1"/>
                </a:solidFill>
                <a:latin typeface="Century Gothic" panose="020B0502020202020204"/>
                <a:ea typeface="Century Gothic" panose="020B0502020202020204"/>
                <a:cs typeface="Century Gothic" panose="020B0502020202020204"/>
                <a:sym typeface="Century Gothic" panose="020B0502020202020204"/>
              </a:rPr>
              <a:t>Microphone</a:t>
            </a:r>
            <a:r>
              <a:rPr lang="en-US" sz="1800" dirty="0">
                <a:solidFill>
                  <a:schemeClr val="lt1"/>
                </a:solidFill>
                <a:latin typeface="Twentieth Century"/>
                <a:ea typeface="Twentieth Century"/>
                <a:cs typeface="Twentieth Century"/>
                <a:sym typeface="Twentieth Century"/>
              </a:rPr>
              <a:t>	                     </a:t>
            </a:r>
            <a:r>
              <a:rPr lang="en-US" sz="1800" dirty="0">
                <a:solidFill>
                  <a:schemeClr val="lt1"/>
                </a:solidFill>
                <a:latin typeface="Century Gothic" panose="020B0502020202020204"/>
                <a:ea typeface="Century Gothic" panose="020B0502020202020204"/>
                <a:cs typeface="Century Gothic" panose="020B0502020202020204"/>
                <a:sym typeface="Century Gothic" panose="020B0502020202020204"/>
              </a:rPr>
              <a:t>	                                            Laptop</a:t>
            </a:r>
            <a:endParaRPr sz="1800" dirty="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r>
              <a:rPr lang="en-US" sz="1800" dirty="0">
                <a:solidFill>
                  <a:schemeClr val="lt1"/>
                </a:solidFill>
                <a:latin typeface="Century Gothic" panose="020B0502020202020204"/>
                <a:ea typeface="Century Gothic" panose="020B0502020202020204"/>
                <a:cs typeface="Century Gothic" panose="020B0502020202020204"/>
                <a:sym typeface="Century Gothic" panose="020B0502020202020204"/>
              </a:rPr>
              <a:t>		</a:t>
            </a:r>
            <a:endParaRPr dirty="0"/>
          </a:p>
          <a:p>
            <a:pPr marL="0" marR="0" lvl="0" indent="0" algn="l" rtl="0">
              <a:spcBef>
                <a:spcPts val="0"/>
              </a:spcBef>
              <a:spcAft>
                <a:spcPts val="0"/>
              </a:spcAft>
              <a:buNone/>
            </a:pPr>
            <a:endParaRPr sz="1800" dirty="0">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spcBef>
                <a:spcPts val="0"/>
              </a:spcBef>
              <a:spcAft>
                <a:spcPts val="0"/>
              </a:spcAft>
              <a:buNone/>
            </a:pPr>
            <a:endParaRPr sz="1800" dirty="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collection:</a:t>
            </a:r>
          </a:p>
        </p:txBody>
      </p:sp>
      <p:sp>
        <p:nvSpPr>
          <p:cNvPr id="3" name="Content Placeholder 2"/>
          <p:cNvSpPr>
            <a:spLocks noGrp="1"/>
          </p:cNvSpPr>
          <p:nvPr>
            <p:ph idx="1"/>
          </p:nvPr>
        </p:nvSpPr>
        <p:spPr>
          <a:xfrm>
            <a:off x="1103312" y="2052918"/>
            <a:ext cx="9744797" cy="4195481"/>
          </a:xfrm>
        </p:spPr>
        <p:txBody>
          <a:bodyPr/>
          <a:lstStyle/>
          <a:p>
            <a:r>
              <a:rPr lang="en-US" dirty="0"/>
              <a:t>We collected 118 pairs of voice samples from about 160 classmates and hall residents.</a:t>
            </a:r>
          </a:p>
          <a:p>
            <a:r>
              <a:rPr lang="en-US" dirty="0"/>
              <a:t>But after trimming we found 82 useful data pair. We had to reduce so many samples because of better accuracy. Firstly, it will be implemented in Bank. So noiseless samples were prioritized. Secondly for our methodology, both id and name voice had to be of same quality and noise.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62626"/>
        </a:solidFill>
        <a:effectLst/>
      </p:bgPr>
    </p:bg>
    <p:spTree>
      <p:nvGrpSpPr>
        <p:cNvPr id="1" name="Shape 253"/>
        <p:cNvGrpSpPr/>
        <p:nvPr/>
      </p:nvGrpSpPr>
      <p:grpSpPr>
        <a:xfrm>
          <a:off x="0" y="0"/>
          <a:ext cx="0" cy="0"/>
          <a:chOff x="0" y="0"/>
          <a:chExt cx="0" cy="0"/>
        </a:xfrm>
      </p:grpSpPr>
      <p:sp>
        <p:nvSpPr>
          <p:cNvPr id="254" name="Google Shape;254;p3"/>
          <p:cNvSpPr txBox="1">
            <a:spLocks noGrp="1"/>
          </p:cNvSpPr>
          <p:nvPr>
            <p:ph type="ctrTitle"/>
          </p:nvPr>
        </p:nvSpPr>
        <p:spPr>
          <a:xfrm rot="10800000" flipH="1">
            <a:off x="2839916" y="1529862"/>
            <a:ext cx="45719" cy="73994"/>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lt1"/>
              </a:buClr>
              <a:buSzPct val="100000"/>
              <a:buFont typeface="Twentieth Century"/>
              <a:buNone/>
            </a:pPr>
            <a:r>
              <a:rPr lang="en-US"/>
              <a:t>        </a:t>
            </a:r>
          </a:p>
        </p:txBody>
      </p:sp>
      <p:sp>
        <p:nvSpPr>
          <p:cNvPr id="256" name="Google Shape;256;p3"/>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Clr>
                <a:schemeClr val="lt2"/>
              </a:buClr>
              <a:buSzPts val="2500"/>
              <a:buNone/>
            </a:pPr>
            <a:r>
              <a:rPr lang="en-US"/>
              <a:t>      </a:t>
            </a:r>
          </a:p>
        </p:txBody>
      </p:sp>
      <p:sp>
        <p:nvSpPr>
          <p:cNvPr id="255" name="Google Shape;255;p3"/>
          <p:cNvSpPr txBox="1"/>
          <p:nvPr/>
        </p:nvSpPr>
        <p:spPr>
          <a:xfrm>
            <a:off x="4201978" y="0"/>
            <a:ext cx="4167278"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u="sng" dirty="0">
                <a:solidFill>
                  <a:srgbClr val="FCCB87"/>
                </a:solidFill>
                <a:latin typeface="Times New Roman" panose="02020603050405020304" pitchFamily="18" charset="0"/>
                <a:ea typeface="Century Gothic" panose="020B0502020202020204"/>
                <a:cs typeface="Times New Roman" panose="02020603050405020304" pitchFamily="18" charset="0"/>
                <a:sym typeface="Century Gothic" panose="020B0502020202020204"/>
              </a:rPr>
              <a:t>METHODOLOGY</a:t>
            </a:r>
            <a:endParaRPr sz="4000" u="sng" dirty="0">
              <a:solidFill>
                <a:srgbClr val="FCCB87"/>
              </a:solidFill>
              <a:latin typeface="Times New Roman" panose="02020603050405020304" pitchFamily="18" charset="0"/>
              <a:ea typeface="Century Gothic" panose="020B0502020202020204"/>
              <a:cs typeface="Times New Roman" panose="02020603050405020304" pitchFamily="18" charset="0"/>
              <a:sym typeface="Century Gothic" panose="020B0502020202020204"/>
            </a:endParaRPr>
          </a:p>
        </p:txBody>
      </p:sp>
      <p:sp>
        <p:nvSpPr>
          <p:cNvPr id="257" name="Google Shape;257;p3"/>
          <p:cNvSpPr/>
          <p:nvPr/>
        </p:nvSpPr>
        <p:spPr>
          <a:xfrm>
            <a:off x="4913918" y="790939"/>
            <a:ext cx="2504591" cy="499510"/>
          </a:xfrm>
          <a:prstGeom prst="roundRect">
            <a:avLst>
              <a:gd name="adj" fmla="val 16667"/>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entury Gothic" panose="020B0502020202020204"/>
                <a:ea typeface="Century Gothic" panose="020B0502020202020204"/>
                <a:cs typeface="Century Gothic" panose="020B0502020202020204"/>
                <a:sym typeface="Century Gothic" panose="020B0502020202020204"/>
              </a:rPr>
              <a:t>Speech signal input</a:t>
            </a:r>
            <a:endParaRPr sz="1800">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258" name="Google Shape;258;p3"/>
          <p:cNvSpPr/>
          <p:nvPr/>
        </p:nvSpPr>
        <p:spPr>
          <a:xfrm>
            <a:off x="5248775" y="1814460"/>
            <a:ext cx="1872762" cy="580293"/>
          </a:xfrm>
          <a:prstGeom prst="roundRect">
            <a:avLst>
              <a:gd name="adj" fmla="val 16667"/>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Twentieth Century"/>
                <a:ea typeface="Twentieth Century"/>
                <a:cs typeface="Twentieth Century"/>
                <a:sym typeface="Twentieth Century"/>
              </a:rPr>
              <a:t>Pre processing</a:t>
            </a:r>
            <a:endParaRPr sz="1800">
              <a:solidFill>
                <a:schemeClr val="lt1"/>
              </a:solidFill>
              <a:latin typeface="Twentieth Century"/>
              <a:ea typeface="Twentieth Century"/>
              <a:cs typeface="Twentieth Century"/>
              <a:sym typeface="Twentieth Century"/>
            </a:endParaRPr>
          </a:p>
        </p:txBody>
      </p:sp>
      <p:sp>
        <p:nvSpPr>
          <p:cNvPr id="259" name="Google Shape;259;p3"/>
          <p:cNvSpPr/>
          <p:nvPr/>
        </p:nvSpPr>
        <p:spPr>
          <a:xfrm>
            <a:off x="4883818" y="2953815"/>
            <a:ext cx="2554165" cy="1128007"/>
          </a:xfrm>
          <a:prstGeom prst="flowChartDecision">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Twentieth Century"/>
                <a:ea typeface="Twentieth Century"/>
                <a:cs typeface="Twentieth Century"/>
                <a:sym typeface="Twentieth Century"/>
              </a:rPr>
              <a:t>Test </a:t>
            </a:r>
          </a:p>
          <a:p>
            <a:pPr marL="0" marR="0" lvl="0" indent="0" algn="ctr" rtl="0">
              <a:spcBef>
                <a:spcPts val="0"/>
              </a:spcBef>
              <a:spcAft>
                <a:spcPts val="0"/>
              </a:spcAft>
              <a:buNone/>
            </a:pPr>
            <a:r>
              <a:rPr lang="en-US" sz="1800">
                <a:solidFill>
                  <a:schemeClr val="lt1"/>
                </a:solidFill>
                <a:latin typeface="Twentieth Century"/>
                <a:ea typeface="Twentieth Century"/>
                <a:cs typeface="Twentieth Century"/>
                <a:sym typeface="Twentieth Century"/>
              </a:rPr>
              <a:t>Or</a:t>
            </a:r>
          </a:p>
          <a:p>
            <a:pPr marL="0" marR="0" lvl="0" indent="0" algn="ctr" rtl="0">
              <a:spcBef>
                <a:spcPts val="0"/>
              </a:spcBef>
              <a:spcAft>
                <a:spcPts val="0"/>
              </a:spcAft>
              <a:buNone/>
            </a:pPr>
            <a:r>
              <a:rPr lang="en-US" sz="1800">
                <a:solidFill>
                  <a:schemeClr val="lt1"/>
                </a:solidFill>
                <a:latin typeface="Twentieth Century"/>
                <a:ea typeface="Twentieth Century"/>
                <a:cs typeface="Twentieth Century"/>
                <a:sym typeface="Twentieth Century"/>
              </a:rPr>
              <a:t>Train</a:t>
            </a:r>
            <a:endParaRPr sz="1800">
              <a:solidFill>
                <a:schemeClr val="lt1"/>
              </a:solidFill>
              <a:latin typeface="Twentieth Century"/>
              <a:ea typeface="Twentieth Century"/>
              <a:cs typeface="Twentieth Century"/>
              <a:sym typeface="Twentieth Century"/>
            </a:endParaRPr>
          </a:p>
        </p:txBody>
      </p:sp>
      <p:sp>
        <p:nvSpPr>
          <p:cNvPr id="260" name="Google Shape;260;p3"/>
          <p:cNvSpPr/>
          <p:nvPr/>
        </p:nvSpPr>
        <p:spPr>
          <a:xfrm>
            <a:off x="3940169" y="3331532"/>
            <a:ext cx="633047" cy="440056"/>
          </a:xfrm>
          <a:prstGeom prst="leftArrow">
            <a:avLst>
              <a:gd name="adj1" fmla="val 50000"/>
              <a:gd name="adj2" fmla="val 50000"/>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61" name="Google Shape;261;p3"/>
          <p:cNvSpPr/>
          <p:nvPr/>
        </p:nvSpPr>
        <p:spPr>
          <a:xfrm>
            <a:off x="7703593" y="3264048"/>
            <a:ext cx="657891" cy="419929"/>
          </a:xfrm>
          <a:prstGeom prst="rightArrow">
            <a:avLst>
              <a:gd name="adj1" fmla="val 50000"/>
              <a:gd name="adj2" fmla="val 50000"/>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62" name="Google Shape;262;p3"/>
          <p:cNvSpPr/>
          <p:nvPr/>
        </p:nvSpPr>
        <p:spPr>
          <a:xfrm>
            <a:off x="8687546" y="3162694"/>
            <a:ext cx="1385508" cy="608894"/>
          </a:xfrm>
          <a:prstGeom prst="roundRect">
            <a:avLst>
              <a:gd name="adj" fmla="val 16667"/>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Twentieth Century"/>
                <a:ea typeface="Twentieth Century"/>
                <a:cs typeface="Twentieth Century"/>
                <a:sym typeface="Twentieth Century"/>
              </a:rPr>
              <a:t>Feature extraction</a:t>
            </a:r>
            <a:endParaRPr sz="1800">
              <a:solidFill>
                <a:schemeClr val="lt1"/>
              </a:solidFill>
              <a:latin typeface="Twentieth Century"/>
              <a:ea typeface="Twentieth Century"/>
              <a:cs typeface="Twentieth Century"/>
              <a:sym typeface="Twentieth Century"/>
            </a:endParaRPr>
          </a:p>
        </p:txBody>
      </p:sp>
      <p:sp>
        <p:nvSpPr>
          <p:cNvPr id="263" name="Google Shape;263;p3"/>
          <p:cNvSpPr/>
          <p:nvPr/>
        </p:nvSpPr>
        <p:spPr>
          <a:xfrm>
            <a:off x="2839916" y="3908700"/>
            <a:ext cx="422030" cy="476297"/>
          </a:xfrm>
          <a:prstGeom prst="downArrow">
            <a:avLst>
              <a:gd name="adj1" fmla="val 50000"/>
              <a:gd name="adj2" fmla="val 50000"/>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64" name="Google Shape;264;p3"/>
          <p:cNvSpPr/>
          <p:nvPr/>
        </p:nvSpPr>
        <p:spPr>
          <a:xfrm>
            <a:off x="9162171" y="3908961"/>
            <a:ext cx="422030" cy="476297"/>
          </a:xfrm>
          <a:prstGeom prst="downArrow">
            <a:avLst>
              <a:gd name="adj1" fmla="val 50000"/>
              <a:gd name="adj2" fmla="val 50000"/>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65" name="Google Shape;265;p3"/>
          <p:cNvSpPr/>
          <p:nvPr/>
        </p:nvSpPr>
        <p:spPr>
          <a:xfrm>
            <a:off x="2288540" y="4491990"/>
            <a:ext cx="1424940" cy="815340"/>
          </a:xfrm>
          <a:prstGeom prst="roundRect">
            <a:avLst>
              <a:gd name="adj" fmla="val 16667"/>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Twentieth Century"/>
                <a:ea typeface="Twentieth Century"/>
                <a:cs typeface="Twentieth Century"/>
                <a:sym typeface="Twentieth Century"/>
              </a:rPr>
              <a:t>Test Speech Features</a:t>
            </a:r>
            <a:endParaRPr sz="1800">
              <a:solidFill>
                <a:schemeClr val="lt1"/>
              </a:solidFill>
              <a:latin typeface="Twentieth Century"/>
              <a:ea typeface="Twentieth Century"/>
              <a:cs typeface="Twentieth Century"/>
              <a:sym typeface="Twentieth Century"/>
            </a:endParaRPr>
          </a:p>
        </p:txBody>
      </p:sp>
      <p:sp>
        <p:nvSpPr>
          <p:cNvPr id="266" name="Google Shape;266;p3"/>
          <p:cNvSpPr/>
          <p:nvPr/>
        </p:nvSpPr>
        <p:spPr>
          <a:xfrm>
            <a:off x="8687546" y="4600208"/>
            <a:ext cx="1427284" cy="682137"/>
          </a:xfrm>
          <a:prstGeom prst="roundRect">
            <a:avLst>
              <a:gd name="adj" fmla="val 16667"/>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Twentieth Century"/>
                <a:ea typeface="Twentieth Century"/>
                <a:cs typeface="Twentieth Century"/>
                <a:sym typeface="Twentieth Century"/>
              </a:rPr>
              <a:t>Database template</a:t>
            </a:r>
            <a:endParaRPr sz="1800">
              <a:solidFill>
                <a:schemeClr val="lt1"/>
              </a:solidFill>
              <a:latin typeface="Twentieth Century"/>
              <a:ea typeface="Twentieth Century"/>
              <a:cs typeface="Twentieth Century"/>
              <a:sym typeface="Twentieth Century"/>
            </a:endParaRPr>
          </a:p>
        </p:txBody>
      </p:sp>
      <p:sp>
        <p:nvSpPr>
          <p:cNvPr id="267" name="Google Shape;267;p3"/>
          <p:cNvSpPr/>
          <p:nvPr/>
        </p:nvSpPr>
        <p:spPr>
          <a:xfrm>
            <a:off x="3980993" y="4600209"/>
            <a:ext cx="592223" cy="437784"/>
          </a:xfrm>
          <a:prstGeom prst="rightArrow">
            <a:avLst>
              <a:gd name="adj1" fmla="val 50000"/>
              <a:gd name="adj2" fmla="val 50000"/>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68" name="Google Shape;268;p3"/>
          <p:cNvSpPr/>
          <p:nvPr/>
        </p:nvSpPr>
        <p:spPr>
          <a:xfrm>
            <a:off x="7566920" y="4680208"/>
            <a:ext cx="653888" cy="440462"/>
          </a:xfrm>
          <a:prstGeom prst="leftArrow">
            <a:avLst>
              <a:gd name="adj1" fmla="val 50000"/>
              <a:gd name="adj2" fmla="val 50000"/>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69" name="Google Shape;269;p3"/>
          <p:cNvSpPr/>
          <p:nvPr/>
        </p:nvSpPr>
        <p:spPr>
          <a:xfrm>
            <a:off x="5054168" y="4551171"/>
            <a:ext cx="2213463" cy="661405"/>
          </a:xfrm>
          <a:prstGeom prst="roundRect">
            <a:avLst>
              <a:gd name="adj" fmla="val 16667"/>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Twentieth Century"/>
                <a:ea typeface="Twentieth Century"/>
                <a:cs typeface="Twentieth Century"/>
                <a:sym typeface="Twentieth Century"/>
              </a:rPr>
              <a:t>DTW</a:t>
            </a:r>
            <a:endParaRPr sz="1800">
              <a:solidFill>
                <a:schemeClr val="lt1"/>
              </a:solidFill>
              <a:latin typeface="Twentieth Century"/>
              <a:ea typeface="Twentieth Century"/>
              <a:cs typeface="Twentieth Century"/>
              <a:sym typeface="Twentieth Century"/>
            </a:endParaRPr>
          </a:p>
        </p:txBody>
      </p:sp>
      <p:sp>
        <p:nvSpPr>
          <p:cNvPr id="270" name="Google Shape;270;p3"/>
          <p:cNvSpPr/>
          <p:nvPr/>
        </p:nvSpPr>
        <p:spPr>
          <a:xfrm>
            <a:off x="5991649" y="5325547"/>
            <a:ext cx="387016" cy="371597"/>
          </a:xfrm>
          <a:prstGeom prst="downArrow">
            <a:avLst>
              <a:gd name="adj1" fmla="val 50000"/>
              <a:gd name="adj2" fmla="val 50000"/>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71" name="Google Shape;271;p3"/>
          <p:cNvSpPr/>
          <p:nvPr/>
        </p:nvSpPr>
        <p:spPr>
          <a:xfrm>
            <a:off x="5078425" y="5766190"/>
            <a:ext cx="2213463" cy="661405"/>
          </a:xfrm>
          <a:prstGeom prst="roundRect">
            <a:avLst>
              <a:gd name="adj" fmla="val 16667"/>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Twentieth Century"/>
                <a:ea typeface="Twentieth Century"/>
                <a:cs typeface="Twentieth Century"/>
                <a:sym typeface="Twentieth Century"/>
              </a:rPr>
              <a:t>Decision logic</a:t>
            </a:r>
            <a:endParaRPr sz="1800">
              <a:solidFill>
                <a:schemeClr val="lt1"/>
              </a:solidFill>
              <a:latin typeface="Twentieth Century"/>
              <a:ea typeface="Twentieth Century"/>
              <a:cs typeface="Twentieth Century"/>
              <a:sym typeface="Twentieth Century"/>
            </a:endParaRPr>
          </a:p>
        </p:txBody>
      </p:sp>
      <p:sp>
        <p:nvSpPr>
          <p:cNvPr id="272" name="Google Shape;272;p3"/>
          <p:cNvSpPr/>
          <p:nvPr/>
        </p:nvSpPr>
        <p:spPr>
          <a:xfrm>
            <a:off x="7624975" y="5906023"/>
            <a:ext cx="595833" cy="392852"/>
          </a:xfrm>
          <a:prstGeom prst="rightArrow">
            <a:avLst>
              <a:gd name="adj1" fmla="val 50000"/>
              <a:gd name="adj2" fmla="val 50000"/>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73" name="Google Shape;273;p3"/>
          <p:cNvSpPr/>
          <p:nvPr/>
        </p:nvSpPr>
        <p:spPr>
          <a:xfrm>
            <a:off x="8553895" y="5755717"/>
            <a:ext cx="2213463" cy="661405"/>
          </a:xfrm>
          <a:prstGeom prst="roundRect">
            <a:avLst>
              <a:gd name="adj" fmla="val 16667"/>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Twentieth Century"/>
                <a:ea typeface="Twentieth Century"/>
                <a:cs typeface="Twentieth Century"/>
                <a:sym typeface="Twentieth Century"/>
              </a:rPr>
              <a:t>Verification</a:t>
            </a:r>
            <a:endParaRPr sz="1800">
              <a:solidFill>
                <a:schemeClr val="lt1"/>
              </a:solidFill>
              <a:latin typeface="Twentieth Century"/>
              <a:ea typeface="Twentieth Century"/>
              <a:cs typeface="Twentieth Century"/>
              <a:sym typeface="Twentieth Century"/>
            </a:endParaRPr>
          </a:p>
        </p:txBody>
      </p:sp>
      <p:sp>
        <p:nvSpPr>
          <p:cNvPr id="274" name="Google Shape;274;p3"/>
          <p:cNvSpPr/>
          <p:nvPr/>
        </p:nvSpPr>
        <p:spPr>
          <a:xfrm>
            <a:off x="5991649" y="1423220"/>
            <a:ext cx="338504" cy="343397"/>
          </a:xfrm>
          <a:prstGeom prst="downArrow">
            <a:avLst>
              <a:gd name="adj1" fmla="val 50000"/>
              <a:gd name="adj2" fmla="val 50000"/>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75" name="Google Shape;275;p3"/>
          <p:cNvSpPr/>
          <p:nvPr/>
        </p:nvSpPr>
        <p:spPr>
          <a:xfrm>
            <a:off x="5991649" y="2516761"/>
            <a:ext cx="338504" cy="343397"/>
          </a:xfrm>
          <a:prstGeom prst="downArrow">
            <a:avLst>
              <a:gd name="adj1" fmla="val 50000"/>
              <a:gd name="adj2" fmla="val 50000"/>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76" name="Google Shape;276;p3"/>
          <p:cNvSpPr/>
          <p:nvPr/>
        </p:nvSpPr>
        <p:spPr>
          <a:xfrm>
            <a:off x="2289051" y="3162694"/>
            <a:ext cx="1385508" cy="608894"/>
          </a:xfrm>
          <a:prstGeom prst="roundRect">
            <a:avLst>
              <a:gd name="adj" fmla="val 16667"/>
            </a:avLst>
          </a:prstGeom>
          <a:solidFill>
            <a:srgbClr val="092338"/>
          </a:solidFill>
          <a:ln w="1587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Twentieth Century"/>
                <a:ea typeface="Twentieth Century"/>
                <a:cs typeface="Twentieth Century"/>
                <a:sym typeface="Twentieth Century"/>
              </a:rPr>
              <a:t>Feature extraction</a:t>
            </a:r>
            <a:endParaRPr sz="1800" dirty="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56650"/>
          </a:xfrm>
        </p:spPr>
        <p:txBody>
          <a:bodyPr/>
          <a:lstStyle/>
          <a:p>
            <a:r>
              <a:rPr lang="en-US" sz="2800" dirty="0"/>
              <a:t>Computing Mel Frequency Cepstral Coefficients</a:t>
            </a:r>
          </a:p>
        </p:txBody>
      </p:sp>
      <p:sp>
        <p:nvSpPr>
          <p:cNvPr id="3" name="Content Placeholder 2"/>
          <p:cNvSpPr>
            <a:spLocks noGrp="1"/>
          </p:cNvSpPr>
          <p:nvPr>
            <p:ph idx="1"/>
          </p:nvPr>
        </p:nvSpPr>
        <p:spPr>
          <a:xfrm>
            <a:off x="1103312" y="1297858"/>
            <a:ext cx="8946541" cy="4950541"/>
          </a:xfrm>
        </p:spPr>
        <p:txBody>
          <a:bodyPr/>
          <a:lstStyle/>
          <a:p>
            <a:r>
              <a:rPr lang="en-US" dirty="0"/>
              <a:t>Waveform</a:t>
            </a:r>
          </a:p>
        </p:txBody>
      </p:sp>
      <p:sp>
        <p:nvSpPr>
          <p:cNvPr id="4" name="Arrow: Down 3"/>
          <p:cNvSpPr/>
          <p:nvPr/>
        </p:nvSpPr>
        <p:spPr>
          <a:xfrm>
            <a:off x="1927123" y="1779639"/>
            <a:ext cx="442451" cy="4129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474839" y="2340077"/>
            <a:ext cx="1995948" cy="369332"/>
          </a:xfrm>
          <a:prstGeom prst="rect">
            <a:avLst/>
          </a:prstGeom>
          <a:noFill/>
        </p:spPr>
        <p:txBody>
          <a:bodyPr wrap="square" rtlCol="0">
            <a:spAutoFit/>
          </a:bodyPr>
          <a:lstStyle/>
          <a:p>
            <a:r>
              <a:rPr lang="en-US" dirty="0"/>
              <a:t>       DFT</a:t>
            </a:r>
          </a:p>
        </p:txBody>
      </p:sp>
      <p:sp>
        <p:nvSpPr>
          <p:cNvPr id="6" name="Arrow: Down 5"/>
          <p:cNvSpPr/>
          <p:nvPr/>
        </p:nvSpPr>
        <p:spPr>
          <a:xfrm>
            <a:off x="1936955" y="2782218"/>
            <a:ext cx="442451" cy="4129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103312" y="3195173"/>
            <a:ext cx="3144223" cy="369332"/>
          </a:xfrm>
          <a:prstGeom prst="rect">
            <a:avLst/>
          </a:prstGeom>
          <a:noFill/>
        </p:spPr>
        <p:txBody>
          <a:bodyPr wrap="square" rtlCol="0">
            <a:spAutoFit/>
          </a:bodyPr>
          <a:lstStyle/>
          <a:p>
            <a:r>
              <a:rPr lang="en-US" dirty="0"/>
              <a:t>Log amplitude Spectrum</a:t>
            </a:r>
          </a:p>
        </p:txBody>
      </p:sp>
      <p:sp>
        <p:nvSpPr>
          <p:cNvPr id="8" name="Arrow: Down 7"/>
          <p:cNvSpPr/>
          <p:nvPr/>
        </p:nvSpPr>
        <p:spPr>
          <a:xfrm>
            <a:off x="1936954" y="3676954"/>
            <a:ext cx="442451" cy="4129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189703" y="4178710"/>
            <a:ext cx="2448232" cy="369332"/>
          </a:xfrm>
          <a:prstGeom prst="rect">
            <a:avLst/>
          </a:prstGeom>
          <a:noFill/>
        </p:spPr>
        <p:txBody>
          <a:bodyPr wrap="square" rtlCol="0">
            <a:spAutoFit/>
          </a:bodyPr>
          <a:lstStyle/>
          <a:p>
            <a:r>
              <a:rPr lang="en-US" dirty="0"/>
              <a:t>     Mel scaling</a:t>
            </a:r>
          </a:p>
        </p:txBody>
      </p:sp>
      <p:sp>
        <p:nvSpPr>
          <p:cNvPr id="10" name="Arrow: Down 9"/>
          <p:cNvSpPr/>
          <p:nvPr/>
        </p:nvSpPr>
        <p:spPr>
          <a:xfrm>
            <a:off x="1920921" y="4709807"/>
            <a:ext cx="442451" cy="4129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816077" y="5092488"/>
            <a:ext cx="3726426" cy="369332"/>
          </a:xfrm>
          <a:prstGeom prst="rect">
            <a:avLst/>
          </a:prstGeom>
          <a:noFill/>
        </p:spPr>
        <p:txBody>
          <a:bodyPr wrap="square" rtlCol="0">
            <a:spAutoFit/>
          </a:bodyPr>
          <a:lstStyle/>
          <a:p>
            <a:r>
              <a:rPr lang="en-US" dirty="0"/>
              <a:t>Discrete Cosine Transform</a:t>
            </a:r>
          </a:p>
        </p:txBody>
      </p:sp>
      <p:sp>
        <p:nvSpPr>
          <p:cNvPr id="12" name="Arrow: Down 11"/>
          <p:cNvSpPr/>
          <p:nvPr/>
        </p:nvSpPr>
        <p:spPr>
          <a:xfrm>
            <a:off x="1963880" y="5505443"/>
            <a:ext cx="442451" cy="4129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107178" y="5991516"/>
            <a:ext cx="2731269" cy="369332"/>
          </a:xfrm>
          <a:prstGeom prst="rect">
            <a:avLst/>
          </a:prstGeom>
          <a:noFill/>
        </p:spPr>
        <p:txBody>
          <a:bodyPr wrap="square" rtlCol="0">
            <a:spAutoFit/>
          </a:bodyPr>
          <a:lstStyle/>
          <a:p>
            <a:r>
              <a:rPr lang="en-US" dirty="0"/>
              <a:t>          MFCCS</a:t>
            </a:r>
          </a:p>
        </p:txBody>
      </p:sp>
      <p:pic>
        <p:nvPicPr>
          <p:cNvPr id="16" name="Picture 15" descr="Graphical user interface, application&#10;&#10;Description automatically generated"/>
          <p:cNvPicPr>
            <a:picLocks noChangeAspect="1"/>
          </p:cNvPicPr>
          <p:nvPr/>
        </p:nvPicPr>
        <p:blipFill rotWithShape="1">
          <a:blip r:embed="rId2"/>
          <a:srcRect l="7417" t="11900" r="7373" b="79498"/>
          <a:stretch>
            <a:fillRect/>
          </a:stretch>
        </p:blipFill>
        <p:spPr>
          <a:xfrm>
            <a:off x="6896074" y="5505443"/>
            <a:ext cx="2695407" cy="589935"/>
          </a:xfrm>
          <a:prstGeom prst="rect">
            <a:avLst/>
          </a:prstGeom>
        </p:spPr>
      </p:pic>
      <p:sp>
        <p:nvSpPr>
          <p:cNvPr id="17" name="TextBox 16"/>
          <p:cNvSpPr txBox="1"/>
          <p:nvPr/>
        </p:nvSpPr>
        <p:spPr>
          <a:xfrm>
            <a:off x="6940759" y="5041630"/>
            <a:ext cx="3136491" cy="646331"/>
          </a:xfrm>
          <a:prstGeom prst="rect">
            <a:avLst/>
          </a:prstGeom>
          <a:noFill/>
        </p:spPr>
        <p:txBody>
          <a:bodyPr wrap="square" rtlCol="0">
            <a:spAutoFit/>
          </a:bodyPr>
          <a:lstStyle/>
          <a:p>
            <a:r>
              <a:rPr lang="en-US" b="1">
                <a:solidFill>
                  <a:schemeClr val="bg1"/>
                </a:solidFill>
              </a:rPr>
              <a:t>Coefficient </a:t>
            </a:r>
            <a:r>
              <a:rPr lang="en-US" b="1" dirty="0">
                <a:solidFill>
                  <a:schemeClr val="bg1"/>
                </a:solidFill>
              </a:rPr>
              <a:t>value :</a:t>
            </a:r>
          </a:p>
          <a:p>
            <a:endParaRPr lang="en-US" dirty="0"/>
          </a:p>
        </p:txBody>
      </p:sp>
      <p:sp>
        <p:nvSpPr>
          <p:cNvPr id="18" name="TextBox 17"/>
          <p:cNvSpPr txBox="1"/>
          <p:nvPr/>
        </p:nvSpPr>
        <p:spPr>
          <a:xfrm>
            <a:off x="6483675" y="2258169"/>
            <a:ext cx="3422911" cy="646331"/>
          </a:xfrm>
          <a:prstGeom prst="rect">
            <a:avLst/>
          </a:prstGeom>
          <a:noFill/>
        </p:spPr>
        <p:txBody>
          <a:bodyPr wrap="square" rtlCol="0">
            <a:spAutoFit/>
          </a:bodyPr>
          <a:lstStyle/>
          <a:p>
            <a:r>
              <a:rPr lang="en-US" dirty="0"/>
              <a:t>Mel frequency conversion:</a:t>
            </a:r>
          </a:p>
          <a:p>
            <a:endParaRPr lang="en-US" dirty="0"/>
          </a:p>
        </p:txBody>
      </p:sp>
      <p:pic>
        <p:nvPicPr>
          <p:cNvPr id="22" name="Picture 21"/>
          <p:cNvPicPr>
            <a:picLocks noChangeAspect="1"/>
          </p:cNvPicPr>
          <p:nvPr/>
        </p:nvPicPr>
        <p:blipFill rotWithShape="1">
          <a:blip r:embed="rId3"/>
          <a:srcRect t="11120" b="70236"/>
          <a:stretch>
            <a:fillRect/>
          </a:stretch>
        </p:blipFill>
        <p:spPr>
          <a:xfrm>
            <a:off x="6483675" y="2904500"/>
            <a:ext cx="4399820" cy="198410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a:spLocks noGrp="1" noRot="1" noChangeAspect="1" noMove="1" noResize="1" noEditPoints="1" noAdjustHandles="1" noChangeArrowheads="1" noChangeShapeType="1" noTextEdit="1"/>
          </p:cNvSpPr>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a:spLocks noGrp="1" noRot="1" noChangeAspect="1" noMove="1" noResize="1" noEditPoints="1" noAdjustHandles="1" noChangeArrowheads="1" noChangeShapeType="1" noTextEdit="1"/>
          </p:cNvSpPr>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a:spLocks noGrp="1" noRot="1" noChangeAspect="1" noMove="1" noResize="1" noEditPoints="1" noAdjustHandles="1" noChangeArrowheads="1" noChangeShapeType="1" noTextEdit="1"/>
          </p:cNvSpPr>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p:cNvSpPr>
            <a:spLocks noGrp="1" noRot="1" noChangeAspect="1" noMove="1" noResize="1" noEditPoints="1" noAdjustHandles="1" noChangeArrowheads="1" noChangeShapeType="1" noTextEdit="1"/>
          </p:cNvSpPr>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p:cNvSpPr>
            <a:spLocks noGrp="1" noRot="1" noChangeAspect="1" noMove="1" noResize="1" noEditPoints="1" noAdjustHandles="1" noChangeArrowheads="1" noChangeShapeType="1" noTextEdit="1"/>
          </p:cNvSpPr>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DTW: Dynamic Time Warping</a:t>
            </a:r>
          </a:p>
        </p:txBody>
      </p:sp>
      <p:sp>
        <p:nvSpPr>
          <p:cNvPr id="3" name="Content Placeholder 2"/>
          <p:cNvSpPr>
            <a:spLocks noGrp="1"/>
          </p:cNvSpPr>
          <p:nvPr>
            <p:ph idx="1"/>
          </p:nvPr>
        </p:nvSpPr>
        <p:spPr>
          <a:xfrm>
            <a:off x="4810259" y="649480"/>
            <a:ext cx="6555347" cy="5546047"/>
          </a:xfrm>
        </p:spPr>
        <p:txBody>
          <a:bodyPr anchor="ctr">
            <a:normAutofit/>
          </a:bodyPr>
          <a:lstStyle/>
          <a:p>
            <a:pPr>
              <a:lnSpc>
                <a:spcPct val="90000"/>
              </a:lnSpc>
            </a:pPr>
            <a:r>
              <a:rPr lang="en-US" dirty="0"/>
              <a:t>The Dynamic Time Warping (DTW) algorithm is a method used to measure the similarity between two time series data in the field of speech recognition. DTW works by aligning two time series data that may have different lengths and different speeds of changes. It finds the best alignment between the two sequences by stretching or compressing one or both of them in time, while minimizing the distance between their corresponding data points. The distance measure used can be any distance metric such as Euclidean distance, Manhattan distance, or any other similarity measurement. where a matrix is constructed to represent the alignment costs between each pair of points in the two time series. The DTW path is then traced back through the matrix to find the best alignment, which gives the minimum distance between the two time series.</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TW Explained | Papers With Co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3807" y="971877"/>
            <a:ext cx="3864692" cy="548868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452284" y="98323"/>
            <a:ext cx="3637935" cy="646331"/>
          </a:xfrm>
          <a:prstGeom prst="rect">
            <a:avLst/>
          </a:prstGeom>
          <a:noFill/>
        </p:spPr>
        <p:txBody>
          <a:bodyPr wrap="square" rtlCol="0">
            <a:spAutoFit/>
          </a:bodyPr>
          <a:lstStyle/>
          <a:p>
            <a:r>
              <a:rPr lang="en-US" sz="3600" dirty="0"/>
              <a:t>DTW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62626"/>
        </a:solidFill>
        <a:effectLst/>
      </p:bgPr>
    </p:bg>
    <p:spTree>
      <p:nvGrpSpPr>
        <p:cNvPr id="1" name="Shape 288"/>
        <p:cNvGrpSpPr/>
        <p:nvPr/>
      </p:nvGrpSpPr>
      <p:grpSpPr>
        <a:xfrm>
          <a:off x="0" y="0"/>
          <a:ext cx="0" cy="0"/>
          <a:chOff x="0" y="0"/>
          <a:chExt cx="0" cy="0"/>
        </a:xfrm>
      </p:grpSpPr>
      <p:sp>
        <p:nvSpPr>
          <p:cNvPr id="289" name="Google Shape;289;p5"/>
          <p:cNvSpPr txBox="1">
            <a:spLocks noGrp="1"/>
          </p:cNvSpPr>
          <p:nvPr>
            <p:ph type="ctrTitle"/>
          </p:nvPr>
        </p:nvSpPr>
        <p:spPr>
          <a:xfrm>
            <a:off x="2751913" y="1423920"/>
            <a:ext cx="8791575" cy="23876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800"/>
              <a:buFont typeface="Twentieth Century"/>
              <a:buNone/>
            </a:pPr>
            <a:r>
              <a:rPr lang="en-US"/>
              <a:t>        </a:t>
            </a:r>
          </a:p>
        </p:txBody>
      </p:sp>
      <p:sp>
        <p:nvSpPr>
          <p:cNvPr id="290" name="Google Shape;290;p5"/>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Clr>
                <a:schemeClr val="lt2"/>
              </a:buClr>
              <a:buSzPts val="2500"/>
              <a:buNone/>
            </a:pPr>
            <a:r>
              <a:rPr lang="en-US"/>
              <a:t>        </a:t>
            </a:r>
          </a:p>
        </p:txBody>
      </p:sp>
      <p:sp>
        <p:nvSpPr>
          <p:cNvPr id="291" name="Google Shape;291;p5"/>
          <p:cNvSpPr txBox="1"/>
          <p:nvPr/>
        </p:nvSpPr>
        <p:spPr>
          <a:xfrm>
            <a:off x="4365589" y="178591"/>
            <a:ext cx="4087747"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u="sng">
                <a:solidFill>
                  <a:srgbClr val="FCCB87"/>
                </a:solidFill>
                <a:latin typeface="Century Gothic" panose="020B0502020202020204"/>
                <a:ea typeface="Century Gothic" panose="020B0502020202020204"/>
                <a:cs typeface="Century Gothic" panose="020B0502020202020204"/>
                <a:sym typeface="Century Gothic" panose="020B0502020202020204"/>
              </a:rPr>
              <a:t>COST ANALYSIS</a:t>
            </a:r>
            <a:endParaRPr sz="4000" u="sng">
              <a:solidFill>
                <a:srgbClr val="FCCB87"/>
              </a:solidFill>
              <a:latin typeface="Century Gothic" panose="020B0502020202020204"/>
              <a:ea typeface="Century Gothic" panose="020B0502020202020204"/>
              <a:cs typeface="Century Gothic" panose="020B0502020202020204"/>
              <a:sym typeface="Century Gothic" panose="020B0502020202020204"/>
            </a:endParaRPr>
          </a:p>
        </p:txBody>
      </p:sp>
      <p:graphicFrame>
        <p:nvGraphicFramePr>
          <p:cNvPr id="294" name="Google Shape;292;p5"/>
          <p:cNvGraphicFramePr/>
          <p:nvPr/>
        </p:nvGraphicFramePr>
        <p:xfrm>
          <a:off x="2032146" y="1056920"/>
          <a:ext cx="8044774" cy="61226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Shape 296"/>
        <p:cNvGrpSpPr/>
        <p:nvPr/>
      </p:nvGrpSpPr>
      <p:grpSpPr>
        <a:xfrm>
          <a:off x="0" y="0"/>
          <a:ext cx="0" cy="0"/>
          <a:chOff x="0" y="0"/>
          <a:chExt cx="0" cy="0"/>
        </a:xfrm>
      </p:grpSpPr>
      <p:sp>
        <p:nvSpPr>
          <p:cNvPr id="298" name="Google Shape;298;p6"/>
          <p:cNvSpPr txBox="1"/>
          <p:nvPr/>
        </p:nvSpPr>
        <p:spPr>
          <a:xfrm>
            <a:off x="4038600" y="981075"/>
            <a:ext cx="2379663" cy="5842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600"/>
              </a:spcAft>
              <a:buNone/>
            </a:pPr>
            <a:r>
              <a:rPr lang="en-US" sz="1500" u="sng">
                <a:solidFill>
                  <a:srgbClr val="FCCB87"/>
                </a:solidFill>
                <a:latin typeface="Century Gothic" panose="020B0502020202020204"/>
                <a:ea typeface="Century Gothic" panose="020B0502020202020204"/>
                <a:cs typeface="Century Gothic" panose="020B0502020202020204"/>
                <a:sym typeface="Century Gothic" panose="020B0502020202020204"/>
              </a:rPr>
              <a:t>POSSIBLE APPLICATIONS</a:t>
            </a:r>
          </a:p>
          <a:p>
            <a:pPr marL="0" marR="0" lvl="0" indent="0" algn="l" rtl="0">
              <a:lnSpc>
                <a:spcPct val="90000"/>
              </a:lnSpc>
              <a:spcBef>
                <a:spcPts val="0"/>
              </a:spcBef>
              <a:spcAft>
                <a:spcPts val="600"/>
              </a:spcAft>
              <a:buNone/>
            </a:pPr>
            <a:endParaRPr lang="en-US" sz="1500" u="sng">
              <a:solidFill>
                <a:srgbClr val="FCCB87"/>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299" name="Google Shape;299;p6"/>
          <p:cNvSpPr txBox="1"/>
          <p:nvPr/>
        </p:nvSpPr>
        <p:spPr>
          <a:xfrm>
            <a:off x="4038600" y="1620838"/>
            <a:ext cx="2379663" cy="3978275"/>
          </a:xfrm>
          <a:prstGeom prst="rect">
            <a:avLst/>
          </a:prstGeom>
          <a:noFill/>
          <a:ln>
            <a:noFill/>
          </a:ln>
        </p:spPr>
        <p:txBody>
          <a:bodyPr spcFirstLastPara="1" wrap="square" lIns="91425" tIns="45700" rIns="91425" bIns="45700" anchor="t" anchorCtr="0">
            <a:normAutofit/>
          </a:bodyPr>
          <a:lstStyle/>
          <a:p>
            <a:pPr marL="285750" marR="0" lvl="0" indent="-285750" algn="l" rtl="0">
              <a:lnSpc>
                <a:spcPct val="90000"/>
              </a:lnSpc>
              <a:spcBef>
                <a:spcPts val="0"/>
              </a:spcBef>
              <a:spcAft>
                <a:spcPts val="600"/>
              </a:spcAft>
              <a:buClr>
                <a:schemeClr val="lt1"/>
              </a:buClr>
              <a:buSzPts val="2000"/>
              <a:buFont typeface="Noto Sans Symbols"/>
              <a:buChar char="▪"/>
            </a:pPr>
            <a:r>
              <a:rPr lang="en-US" dirty="0">
                <a:solidFill>
                  <a:schemeClr val="lt1"/>
                </a:solidFill>
                <a:latin typeface="Century Gothic" panose="020B0502020202020204"/>
                <a:ea typeface="Century Gothic" panose="020B0502020202020204"/>
                <a:cs typeface="Century Gothic" panose="020B0502020202020204"/>
                <a:sym typeface="Century Gothic" panose="020B0502020202020204"/>
              </a:rPr>
              <a:t>Class attendance</a:t>
            </a:r>
            <a:endParaRPr lang="en-US"/>
          </a:p>
          <a:p>
            <a:pPr marL="285750" marR="0" lvl="0" indent="-285750" algn="l" rtl="0">
              <a:lnSpc>
                <a:spcPct val="90000"/>
              </a:lnSpc>
              <a:spcBef>
                <a:spcPts val="0"/>
              </a:spcBef>
              <a:spcAft>
                <a:spcPts val="600"/>
              </a:spcAft>
              <a:buClr>
                <a:schemeClr val="lt1"/>
              </a:buClr>
              <a:buSzPts val="2000"/>
              <a:buFont typeface="Noto Sans Symbols"/>
              <a:buChar char="▪"/>
            </a:pPr>
            <a:r>
              <a:rPr lang="en-US" dirty="0">
                <a:solidFill>
                  <a:schemeClr val="lt1"/>
                </a:solidFill>
                <a:latin typeface="Century Gothic" panose="020B0502020202020204"/>
                <a:ea typeface="Century Gothic" panose="020B0502020202020204"/>
                <a:cs typeface="Century Gothic" panose="020B0502020202020204"/>
                <a:sym typeface="Century Gothic" panose="020B0502020202020204"/>
              </a:rPr>
              <a:t>Vending Machines</a:t>
            </a:r>
            <a:endParaRPr lang="en-US"/>
          </a:p>
          <a:p>
            <a:pPr marL="285750" marR="0" lvl="0" indent="-285750" algn="l" rtl="0">
              <a:lnSpc>
                <a:spcPct val="90000"/>
              </a:lnSpc>
              <a:spcBef>
                <a:spcPts val="0"/>
              </a:spcBef>
              <a:spcAft>
                <a:spcPts val="600"/>
              </a:spcAft>
              <a:buClr>
                <a:schemeClr val="lt1"/>
              </a:buClr>
              <a:buSzPts val="2000"/>
              <a:buFont typeface="Noto Sans Symbols"/>
              <a:buChar char="▪"/>
            </a:pPr>
            <a:r>
              <a:rPr lang="en-US" dirty="0">
                <a:solidFill>
                  <a:schemeClr val="lt1"/>
                </a:solidFill>
                <a:latin typeface="Century Gothic" panose="020B0502020202020204"/>
                <a:ea typeface="Century Gothic" panose="020B0502020202020204"/>
                <a:cs typeface="Century Gothic" panose="020B0502020202020204"/>
                <a:sym typeface="Century Gothic" panose="020B0502020202020204"/>
              </a:rPr>
              <a:t>Election Voting</a:t>
            </a:r>
            <a:endParaRPr lang="en-US"/>
          </a:p>
          <a:p>
            <a:pPr marL="285750" marR="0" lvl="0" indent="-285750" algn="l" rtl="0">
              <a:lnSpc>
                <a:spcPct val="90000"/>
              </a:lnSpc>
              <a:spcBef>
                <a:spcPts val="0"/>
              </a:spcBef>
              <a:spcAft>
                <a:spcPts val="600"/>
              </a:spcAft>
              <a:buClr>
                <a:schemeClr val="lt1"/>
              </a:buClr>
              <a:buSzPts val="2000"/>
              <a:buFont typeface="Noto Sans Symbols"/>
              <a:buChar char="▪"/>
            </a:pPr>
            <a:r>
              <a:rPr lang="en-US" dirty="0">
                <a:solidFill>
                  <a:schemeClr val="lt1"/>
                </a:solidFill>
                <a:latin typeface="Century Gothic" panose="020B0502020202020204"/>
                <a:ea typeface="Century Gothic" panose="020B0502020202020204"/>
                <a:cs typeface="Century Gothic" panose="020B0502020202020204"/>
                <a:sym typeface="Century Gothic" panose="020B0502020202020204"/>
              </a:rPr>
              <a:t>ATM Booth</a:t>
            </a:r>
            <a:endParaRPr lang="en-US"/>
          </a:p>
          <a:p>
            <a:pPr marL="285750" marR="0" lvl="0" indent="-285750" algn="l" rtl="0">
              <a:lnSpc>
                <a:spcPct val="90000"/>
              </a:lnSpc>
              <a:spcBef>
                <a:spcPts val="0"/>
              </a:spcBef>
              <a:spcAft>
                <a:spcPts val="600"/>
              </a:spcAft>
              <a:buClr>
                <a:schemeClr val="lt1"/>
              </a:buClr>
              <a:buSzPts val="2000"/>
              <a:buFont typeface="Noto Sans Symbols"/>
              <a:buChar char="▪"/>
            </a:pPr>
            <a:r>
              <a:rPr lang="en-US" dirty="0">
                <a:solidFill>
                  <a:schemeClr val="lt1"/>
                </a:solidFill>
                <a:latin typeface="Century Gothic" panose="020B0502020202020204"/>
                <a:ea typeface="Century Gothic" panose="020B0502020202020204"/>
                <a:cs typeface="Century Gothic" panose="020B0502020202020204"/>
                <a:sym typeface="Century Gothic" panose="020B0502020202020204"/>
              </a:rPr>
              <a:t>Conference Hall Entrance</a:t>
            </a:r>
            <a:endParaRPr lang="en-US"/>
          </a:p>
          <a:p>
            <a:pPr marL="285750" marR="0" lvl="0" indent="-285750" algn="l" rtl="0">
              <a:lnSpc>
                <a:spcPct val="90000"/>
              </a:lnSpc>
              <a:spcBef>
                <a:spcPts val="0"/>
              </a:spcBef>
              <a:spcAft>
                <a:spcPts val="600"/>
              </a:spcAft>
              <a:buClr>
                <a:schemeClr val="lt1"/>
              </a:buClr>
              <a:buSzPts val="2000"/>
              <a:buFont typeface="Noto Sans Symbols"/>
              <a:buChar char="▪"/>
            </a:pPr>
            <a:r>
              <a:rPr lang="en-US" dirty="0">
                <a:solidFill>
                  <a:schemeClr val="lt1"/>
                </a:solidFill>
                <a:latin typeface="Century Gothic" panose="020B0502020202020204"/>
                <a:ea typeface="Century Gothic" panose="020B0502020202020204"/>
                <a:cs typeface="Century Gothic" panose="020B0502020202020204"/>
                <a:sym typeface="Century Gothic" panose="020B0502020202020204"/>
              </a:rPr>
              <a:t>Phone/Laptop unlock</a:t>
            </a:r>
            <a:endParaRPr lang="en-US">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90000"/>
              </a:lnSpc>
              <a:spcBef>
                <a:spcPts val="0"/>
              </a:spcBef>
              <a:spcAft>
                <a:spcPts val="600"/>
              </a:spcAft>
              <a:buClr>
                <a:schemeClr val="lt1"/>
              </a:buClr>
              <a:buSzPts val="2000"/>
              <a:buFont typeface="Noto Sans Symbols"/>
              <a:buChar char="▪"/>
            </a:pPr>
            <a:r>
              <a:rPr lang="en-US" dirty="0">
                <a:solidFill>
                  <a:schemeClr val="lt1"/>
                </a:solidFill>
                <a:latin typeface="Century Gothic" panose="020B0502020202020204"/>
                <a:ea typeface="Century Gothic" panose="020B0502020202020204"/>
                <a:cs typeface="Century Gothic" panose="020B0502020202020204"/>
                <a:sym typeface="Century Gothic" panose="020B0502020202020204"/>
              </a:rPr>
              <a:t>Hospital patients’ database access</a:t>
            </a:r>
            <a:endParaRPr lang="en-US">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58750" algn="l" rtl="0">
              <a:lnSpc>
                <a:spcPct val="90000"/>
              </a:lnSpc>
              <a:spcBef>
                <a:spcPts val="0"/>
              </a:spcBef>
              <a:spcAft>
                <a:spcPts val="600"/>
              </a:spcAft>
              <a:buClr>
                <a:schemeClr val="lt1"/>
              </a:buClr>
              <a:buSzPts val="2000"/>
              <a:buFont typeface="Noto Sans Symbols"/>
              <a:buNone/>
            </a:pPr>
            <a:endParaRPr lang="en-US">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58750" algn="l" rtl="0">
              <a:lnSpc>
                <a:spcPct val="90000"/>
              </a:lnSpc>
              <a:spcBef>
                <a:spcPts val="0"/>
              </a:spcBef>
              <a:spcAft>
                <a:spcPts val="600"/>
              </a:spcAft>
              <a:buClr>
                <a:schemeClr val="lt1"/>
              </a:buClr>
              <a:buSzPts val="2000"/>
              <a:buFont typeface="Noto Sans Symbols"/>
              <a:buNone/>
            </a:pPr>
            <a:endParaRPr lang="en-US">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58750" algn="l" rtl="0">
              <a:lnSpc>
                <a:spcPct val="90000"/>
              </a:lnSpc>
              <a:spcBef>
                <a:spcPts val="0"/>
              </a:spcBef>
              <a:spcAft>
                <a:spcPts val="600"/>
              </a:spcAft>
              <a:buClr>
                <a:schemeClr val="lt1"/>
              </a:buClr>
              <a:buSzPts val="2000"/>
              <a:buFont typeface="Noto Sans Symbols"/>
              <a:buNone/>
            </a:pPr>
            <a:endParaRPr lang="en-US">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58750" algn="l" rtl="0">
              <a:lnSpc>
                <a:spcPct val="90000"/>
              </a:lnSpc>
              <a:spcBef>
                <a:spcPts val="0"/>
              </a:spcBef>
              <a:spcAft>
                <a:spcPts val="600"/>
              </a:spcAft>
              <a:buClr>
                <a:schemeClr val="lt1"/>
              </a:buClr>
              <a:buSzPts val="2000"/>
              <a:buFont typeface="Noto Sans Symbols"/>
              <a:buNone/>
            </a:pPr>
            <a:endParaRPr lang="en-US">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58750" algn="l" rtl="0">
              <a:lnSpc>
                <a:spcPct val="90000"/>
              </a:lnSpc>
              <a:spcBef>
                <a:spcPts val="0"/>
              </a:spcBef>
              <a:spcAft>
                <a:spcPts val="600"/>
              </a:spcAft>
              <a:buClr>
                <a:schemeClr val="lt1"/>
              </a:buClr>
              <a:buSzPts val="2000"/>
              <a:buFont typeface="Noto Sans Symbols"/>
              <a:buNone/>
            </a:pPr>
            <a:endParaRPr lang="en-US">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58750" algn="l" rtl="0">
              <a:lnSpc>
                <a:spcPct val="90000"/>
              </a:lnSpc>
              <a:spcBef>
                <a:spcPts val="0"/>
              </a:spcBef>
              <a:spcAft>
                <a:spcPts val="600"/>
              </a:spcAft>
              <a:buClr>
                <a:schemeClr val="lt1"/>
              </a:buClr>
              <a:buSzPts val="2000"/>
              <a:buFont typeface="Noto Sans Symbols"/>
              <a:buNone/>
            </a:pPr>
            <a:endParaRPr lang="en-US">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158750" algn="l" rtl="0">
              <a:lnSpc>
                <a:spcPct val="90000"/>
              </a:lnSpc>
              <a:spcBef>
                <a:spcPts val="0"/>
              </a:spcBef>
              <a:spcAft>
                <a:spcPts val="600"/>
              </a:spcAft>
              <a:buClr>
                <a:schemeClr val="lt1"/>
              </a:buClr>
              <a:buSzPts val="2000"/>
              <a:buFont typeface="Noto Sans Symbols"/>
              <a:buNone/>
            </a:pPr>
            <a:endParaRPr lang="en-US">
              <a:solidFill>
                <a:schemeClr val="lt1"/>
              </a:solidFill>
              <a:latin typeface="Twentieth Century"/>
              <a:ea typeface="Twentieth Century"/>
              <a:cs typeface="Twentieth Century"/>
              <a:sym typeface="Twentieth Century"/>
            </a:endParaRPr>
          </a:p>
        </p:txBody>
      </p:sp>
      <p:sp>
        <p:nvSpPr>
          <p:cNvPr id="300" name="Google Shape;300;p6"/>
          <p:cNvSpPr txBox="1"/>
          <p:nvPr/>
        </p:nvSpPr>
        <p:spPr>
          <a:xfrm>
            <a:off x="6469063" y="981075"/>
            <a:ext cx="4759325" cy="221615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600"/>
              </a:spcAft>
              <a:buNone/>
            </a:pPr>
            <a:r>
              <a:rPr lang="en-US" u="sng">
                <a:solidFill>
                  <a:srgbClr val="FCCB87"/>
                </a:solidFill>
                <a:latin typeface="Century Gothic" panose="020B0502020202020204"/>
                <a:ea typeface="Century Gothic" panose="020B0502020202020204"/>
                <a:cs typeface="Century Gothic" panose="020B0502020202020204"/>
                <a:sym typeface="Century Gothic" panose="020B0502020202020204"/>
              </a:rPr>
              <a:t>Advantage</a:t>
            </a:r>
            <a:endParaRPr lang="en-US"/>
          </a:p>
          <a:p>
            <a:pPr marL="285750" marR="0" lvl="0" indent="-285750" algn="l" rtl="0">
              <a:lnSpc>
                <a:spcPct val="90000"/>
              </a:lnSpc>
              <a:spcBef>
                <a:spcPts val="0"/>
              </a:spcBef>
              <a:spcAft>
                <a:spcPts val="600"/>
              </a:spcAft>
              <a:buClr>
                <a:schemeClr val="lt1"/>
              </a:buClr>
              <a:buSzPts val="2000"/>
              <a:buFont typeface="Noto Sans Symbols"/>
              <a:buChar char="▪"/>
            </a:pPr>
            <a:r>
              <a:rPr lang="en-US" dirty="0">
                <a:solidFill>
                  <a:schemeClr val="lt1"/>
                </a:solidFill>
                <a:latin typeface="Century Gothic" panose="020B0502020202020204"/>
                <a:ea typeface="Century Gothic" panose="020B0502020202020204"/>
                <a:cs typeface="Century Gothic" panose="020B0502020202020204"/>
                <a:sym typeface="Century Gothic" panose="020B0502020202020204"/>
              </a:rPr>
              <a:t>Better data security of bank account users</a:t>
            </a:r>
            <a:endParaRPr lang="en-US">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90000"/>
              </a:lnSpc>
              <a:spcBef>
                <a:spcPts val="0"/>
              </a:spcBef>
              <a:spcAft>
                <a:spcPts val="600"/>
              </a:spcAft>
              <a:buClr>
                <a:schemeClr val="lt1"/>
              </a:buClr>
              <a:buSzPts val="2000"/>
              <a:buFont typeface="Noto Sans Symbols"/>
              <a:buChar char="▪"/>
            </a:pPr>
            <a:r>
              <a:rPr lang="en-US" dirty="0">
                <a:solidFill>
                  <a:schemeClr val="lt1"/>
                </a:solidFill>
                <a:latin typeface="Century Gothic" panose="020B0502020202020204"/>
                <a:ea typeface="Century Gothic" panose="020B0502020202020204"/>
                <a:cs typeface="Century Gothic" panose="020B0502020202020204"/>
                <a:sym typeface="Century Gothic" panose="020B0502020202020204"/>
              </a:rPr>
              <a:t>Beneficial for illiterate people</a:t>
            </a:r>
            <a:endParaRPr lang="en-US">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90000"/>
              </a:lnSpc>
              <a:spcBef>
                <a:spcPts val="0"/>
              </a:spcBef>
              <a:spcAft>
                <a:spcPts val="600"/>
              </a:spcAft>
              <a:buClr>
                <a:schemeClr val="lt1"/>
              </a:buClr>
              <a:buSzPts val="2000"/>
              <a:buFont typeface="Noto Sans Symbols"/>
              <a:buChar char="▪"/>
            </a:pPr>
            <a:r>
              <a:rPr lang="en-US" dirty="0">
                <a:solidFill>
                  <a:schemeClr val="lt1"/>
                </a:solidFill>
                <a:latin typeface="Century Gothic" panose="020B0502020202020204"/>
                <a:ea typeface="Century Gothic" panose="020B0502020202020204"/>
                <a:cs typeface="Century Gothic" panose="020B0502020202020204"/>
                <a:sym typeface="Century Gothic" panose="020B0502020202020204"/>
              </a:rPr>
              <a:t>Lessens complications for users and authority</a:t>
            </a:r>
            <a:endParaRPr lang="en-US">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285750" marR="0" lvl="0" indent="-285750" algn="l" rtl="0">
              <a:lnSpc>
                <a:spcPct val="90000"/>
              </a:lnSpc>
              <a:spcBef>
                <a:spcPts val="0"/>
              </a:spcBef>
              <a:spcAft>
                <a:spcPts val="600"/>
              </a:spcAft>
              <a:buClr>
                <a:schemeClr val="lt1"/>
              </a:buClr>
              <a:buSzPts val="2000"/>
              <a:buFont typeface="Noto Sans Symbols"/>
              <a:buChar char="▪"/>
            </a:pPr>
            <a:r>
              <a:rPr lang="en-US" dirty="0">
                <a:solidFill>
                  <a:schemeClr val="lt1"/>
                </a:solidFill>
                <a:latin typeface="Century Gothic" panose="020B0502020202020204"/>
                <a:ea typeface="Century Gothic" panose="020B0502020202020204"/>
                <a:cs typeface="Century Gothic" panose="020B0502020202020204"/>
                <a:sym typeface="Century Gothic" panose="020B0502020202020204"/>
              </a:rPr>
              <a:t>Cost effective setup</a:t>
            </a:r>
            <a:endParaRPr lang="en-US">
              <a:solidFill>
                <a:schemeClr val="lt1"/>
              </a:solidFill>
              <a:latin typeface="Century Gothic" panose="020B0502020202020204"/>
              <a:ea typeface="Century Gothic" panose="020B0502020202020204"/>
              <a:cs typeface="Century Gothic" panose="020B0502020202020204"/>
              <a:sym typeface="Century Gothic" panose="020B0502020202020204"/>
            </a:endParaRPr>
          </a:p>
          <a:p>
            <a:pPr marL="0" marR="0" lvl="0" indent="0" algn="l" rtl="0">
              <a:lnSpc>
                <a:spcPct val="90000"/>
              </a:lnSpc>
              <a:spcBef>
                <a:spcPts val="0"/>
              </a:spcBef>
              <a:spcAft>
                <a:spcPts val="600"/>
              </a:spcAft>
              <a:buNone/>
            </a:pPr>
            <a:endParaRPr lang="en-US">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301" name="Google Shape;301;p6"/>
          <p:cNvSpPr txBox="1"/>
          <p:nvPr/>
        </p:nvSpPr>
        <p:spPr>
          <a:xfrm>
            <a:off x="6469063" y="3252788"/>
            <a:ext cx="4759325" cy="2346325"/>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600"/>
              </a:spcAft>
              <a:buNone/>
            </a:pPr>
            <a:r>
              <a:rPr lang="en-US" sz="2000" u="sng">
                <a:solidFill>
                  <a:srgbClr val="FCCB87"/>
                </a:solidFill>
                <a:latin typeface="Century Gothic" panose="020B0502020202020204"/>
                <a:ea typeface="Century Gothic" panose="020B0502020202020204"/>
                <a:cs typeface="Century Gothic" panose="020B0502020202020204"/>
                <a:sym typeface="Century Gothic" panose="020B0502020202020204"/>
              </a:rPr>
              <a:t>Drawbacks</a:t>
            </a:r>
            <a:endParaRPr lang="en-US" sz="2000"/>
          </a:p>
          <a:p>
            <a:pPr marL="285750" marR="0" lvl="0" indent="-285750" algn="l" rtl="0">
              <a:lnSpc>
                <a:spcPct val="90000"/>
              </a:lnSpc>
              <a:spcBef>
                <a:spcPts val="0"/>
              </a:spcBef>
              <a:spcAft>
                <a:spcPts val="600"/>
              </a:spcAft>
              <a:buClr>
                <a:schemeClr val="lt1"/>
              </a:buClr>
              <a:buSzPts val="2000"/>
              <a:buFont typeface="Noto Sans Symbols"/>
              <a:buChar char="▪"/>
            </a:pPr>
            <a:r>
              <a:rPr lang="en-US" sz="2000">
                <a:solidFill>
                  <a:schemeClr val="lt1"/>
                </a:solidFill>
                <a:latin typeface="Century Gothic" panose="020B0502020202020204"/>
                <a:ea typeface="Century Gothic" panose="020B0502020202020204"/>
                <a:cs typeface="Century Gothic" panose="020B0502020202020204"/>
                <a:sym typeface="Century Gothic" panose="020B0502020202020204"/>
              </a:rPr>
              <a:t>This is not 100% reliable as per the test results</a:t>
            </a:r>
            <a:endParaRPr lang="en-US" sz="2000"/>
          </a:p>
          <a:p>
            <a:pPr marL="285750" marR="0" lvl="0" indent="-285750" algn="l" rtl="0">
              <a:lnSpc>
                <a:spcPct val="90000"/>
              </a:lnSpc>
              <a:spcBef>
                <a:spcPts val="0"/>
              </a:spcBef>
              <a:spcAft>
                <a:spcPts val="600"/>
              </a:spcAft>
              <a:buClr>
                <a:schemeClr val="lt1"/>
              </a:buClr>
              <a:buSzPts val="2000"/>
              <a:buFont typeface="Noto Sans Symbols"/>
              <a:buChar char="▪"/>
            </a:pPr>
            <a:r>
              <a:rPr lang="en-US" sz="2000">
                <a:solidFill>
                  <a:schemeClr val="lt1"/>
                </a:solidFill>
                <a:latin typeface="Century Gothic" panose="020B0502020202020204"/>
                <a:ea typeface="Century Gothic" panose="020B0502020202020204"/>
                <a:cs typeface="Century Gothic" panose="020B0502020202020204"/>
                <a:sym typeface="Century Gothic" panose="020B0502020202020204"/>
              </a:rPr>
              <a:t>Works less efficiently in different environments</a:t>
            </a:r>
          </a:p>
          <a:p>
            <a:pPr marL="285750" marR="0" lvl="0" indent="-285750" algn="l" rtl="0">
              <a:lnSpc>
                <a:spcPct val="90000"/>
              </a:lnSpc>
              <a:spcBef>
                <a:spcPts val="0"/>
              </a:spcBef>
              <a:spcAft>
                <a:spcPts val="600"/>
              </a:spcAft>
              <a:buClr>
                <a:schemeClr val="lt1"/>
              </a:buClr>
              <a:buSzPts val="2000"/>
              <a:buFont typeface="Noto Sans Symbols"/>
              <a:buChar char="▪"/>
            </a:pPr>
            <a:r>
              <a:rPr lang="en-US" sz="2000">
                <a:solidFill>
                  <a:schemeClr val="lt1"/>
                </a:solidFill>
                <a:latin typeface="Century Gothic" panose="020B0502020202020204"/>
                <a:sym typeface="Century Gothic" panose="020B0502020202020204"/>
              </a:rPr>
              <a:t>For voices of similar pitch it often makes mistakes</a:t>
            </a:r>
            <a:endParaRPr lang="en-US" sz="2000"/>
          </a:p>
          <a:p>
            <a:pPr marL="0" marR="0" lvl="0" indent="0" algn="l" rtl="0">
              <a:lnSpc>
                <a:spcPct val="90000"/>
              </a:lnSpc>
              <a:spcBef>
                <a:spcPts val="0"/>
              </a:spcBef>
              <a:spcAft>
                <a:spcPts val="600"/>
              </a:spcAft>
              <a:buNone/>
            </a:pPr>
            <a:endParaRPr lang="en-US" sz="2000" u="sng">
              <a:solidFill>
                <a:schemeClr val="lt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297" name="Google Shape;297;p6"/>
          <p:cNvSpPr txBox="1">
            <a:spLocks noGrp="1"/>
          </p:cNvSpPr>
          <p:nvPr>
            <p:ph type="ctrTitle"/>
          </p:nvPr>
        </p:nvSpPr>
        <p:spPr>
          <a:xfrm>
            <a:off x="694510" y="1918701"/>
            <a:ext cx="2743200" cy="2743200"/>
          </a:xfrm>
          <a:prstGeom prst="ellipse">
            <a:avLst/>
          </a:prstGeom>
          <a:solidFill>
            <a:srgbClr val="7B7B7B"/>
          </a:solidFill>
          <a:ln w="174625" cmpd="thinThick">
            <a:solidFill>
              <a:srgbClr val="7B7B7B"/>
            </a:solidFill>
          </a:ln>
        </p:spPr>
        <p:txBody>
          <a:bodyPr spcFirstLastPara="1" vert="horz" lIns="91440" tIns="45720" rIns="91440" bIns="45720" rtlCol="0" anchor="ctr" anchorCtr="0">
            <a:normAutofit/>
          </a:bodyPr>
          <a:lstStyle/>
          <a:p>
            <a:pPr marL="0" lvl="0" indent="0" algn="ctr" defTabSz="914400">
              <a:lnSpc>
                <a:spcPct val="90000"/>
              </a:lnSpc>
              <a:spcAft>
                <a:spcPts val="0"/>
              </a:spcAft>
              <a:buClr>
                <a:schemeClr val="lt1"/>
              </a:buClr>
              <a:buSzPts val="4800"/>
            </a:pPr>
            <a:r>
              <a:rPr lang="en-US" sz="2600" kern="1200">
                <a:solidFill>
                  <a:srgbClr val="FFFFFF"/>
                </a:solidFill>
                <a:latin typeface="+mj-lt"/>
                <a:ea typeface="+mj-ea"/>
                <a:cs typeface="+mj-cs"/>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p:cNvSpPr>
            <a:spLocks noGrp="1" noRot="1" noChangeAspect="1" noMove="1" noResize="1" noEditPoints="1" noAdjustHandles="1" noChangeArrowheads="1" noChangeShapeType="1" noTextEdit="1"/>
          </p:cNvSpPr>
          <p:nvPr/>
        </p:nvSpPr>
        <p:spPr bwMode="ltGray">
          <a:xfrm>
            <a:off x="338328" y="303591"/>
            <a:ext cx="4335327"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4360" y="637125"/>
            <a:ext cx="3802276" cy="5256371"/>
          </a:xfrm>
        </p:spPr>
        <p:txBody>
          <a:bodyPr>
            <a:normAutofit/>
          </a:bodyPr>
          <a:lstStyle/>
          <a:p>
            <a:r>
              <a:rPr lang="en-US" sz="2600" u="sng">
                <a:solidFill>
                  <a:schemeClr val="bg1"/>
                </a:solidFill>
              </a:rPr>
              <a:t>Future Recommendations:</a:t>
            </a:r>
          </a:p>
        </p:txBody>
      </p:sp>
      <p:graphicFrame>
        <p:nvGraphicFramePr>
          <p:cNvPr id="5" name="Content Placeholder 2"/>
          <p:cNvGraphicFramePr>
            <a:graphicFrameLocks noGrp="1"/>
          </p:cNvGraphicFramePr>
          <p:nvPr>
            <p:ph idx="1"/>
          </p:nvPr>
        </p:nvGraphicFramePr>
        <p:xfrm>
          <a:off x="5166985" y="303591"/>
          <a:ext cx="6588691"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p:cNvSpPr txBox="1"/>
          <p:nvPr/>
        </p:nvSpPr>
        <p:spPr>
          <a:xfrm>
            <a:off x="648929" y="629266"/>
            <a:ext cx="3505495" cy="1622321"/>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3700" kern="1200" dirty="0">
                <a:solidFill>
                  <a:schemeClr val="tx1"/>
                </a:solidFill>
                <a:latin typeface="+mj-lt"/>
                <a:ea typeface="+mj-ea"/>
                <a:cs typeface="+mj-cs"/>
              </a:rPr>
              <a:t>Previous Batch Accuracy : </a:t>
            </a:r>
          </a:p>
        </p:txBody>
      </p:sp>
      <p:sp>
        <p:nvSpPr>
          <p:cNvPr id="13" name="Rectangle 12"/>
          <p:cNvSpPr>
            <a:spLocks noGrp="1" noRot="1" noChangeAspect="1" noMove="1" noResize="1" noEditPoints="1" noAdjustHandles="1" noChangeArrowheads="1" noChangeShapeType="1" noTextEdit="1"/>
          </p:cNvSpPr>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9"/>
          <p:cNvSpPr>
            <a:spLocks noGrp="1" noRot="1" noChangeAspect="1" noMove="1" noResize="1" noEditPoints="1" noAdjustHandles="1" noChangeArrowheads="1" noChangeShapeType="1" noTextEdit="1"/>
          </p:cNvSpPr>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p:cNvPicPr>
            <a:picLocks noGrp="1" noChangeAspect="1"/>
          </p:cNvPicPr>
          <p:nvPr>
            <p:ph idx="1"/>
          </p:nvPr>
        </p:nvPicPr>
        <p:blipFill>
          <a:blip r:embed="rId2"/>
          <a:stretch>
            <a:fillRect/>
          </a:stretch>
        </p:blipFill>
        <p:spPr>
          <a:xfrm>
            <a:off x="5405862" y="1343183"/>
            <a:ext cx="6019331" cy="4168387"/>
          </a:xfrm>
          <a:prstGeom prst="rect">
            <a:avLst/>
          </a:prstGeom>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8">
            <a:extLst>
              <a:ext uri="{FF2B5EF4-FFF2-40B4-BE49-F238E27FC236}">
                <a16:creationId xmlns:a16="http://schemas.microsoft.com/office/drawing/2014/main" id="{96918796-2918-40D6-BE3A-4600C47FC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DCB05FF-AFA9-87DF-E4D8-D10E67413CE3}"/>
              </a:ext>
            </a:extLst>
          </p:cNvPr>
          <p:cNvSpPr>
            <a:spLocks noGrp="1"/>
          </p:cNvSpPr>
          <p:nvPr>
            <p:ph type="title"/>
          </p:nvPr>
        </p:nvSpPr>
        <p:spPr>
          <a:xfrm>
            <a:off x="838200" y="672747"/>
            <a:ext cx="10515600" cy="715556"/>
          </a:xfrm>
        </p:spPr>
        <p:txBody>
          <a:bodyPr>
            <a:normAutofit/>
          </a:bodyPr>
          <a:lstStyle/>
          <a:p>
            <a:pPr algn="ctr">
              <a:lnSpc>
                <a:spcPct val="90000"/>
              </a:lnSpc>
            </a:pPr>
            <a:r>
              <a:rPr lang="en-US" sz="2200">
                <a:solidFill>
                  <a:schemeClr val="bg1"/>
                </a:solidFill>
              </a:rPr>
              <a:t>Our result accuracy:</a:t>
            </a:r>
            <a:br>
              <a:rPr lang="en-US" sz="2200">
                <a:solidFill>
                  <a:schemeClr val="bg1"/>
                </a:solidFill>
              </a:rPr>
            </a:br>
            <a:endParaRPr lang="en-US" sz="2200">
              <a:solidFill>
                <a:schemeClr val="bg1"/>
              </a:solidFill>
            </a:endParaRPr>
          </a:p>
        </p:txBody>
      </p:sp>
      <p:graphicFrame>
        <p:nvGraphicFramePr>
          <p:cNvPr id="4" name="Content Placeholder 3">
            <a:extLst>
              <a:ext uri="{FF2B5EF4-FFF2-40B4-BE49-F238E27FC236}">
                <a16:creationId xmlns:a16="http://schemas.microsoft.com/office/drawing/2014/main" id="{2E81E1BC-8B81-36B8-3826-7CE616C804EB}"/>
              </a:ext>
            </a:extLst>
          </p:cNvPr>
          <p:cNvGraphicFramePr>
            <a:graphicFrameLocks noGrp="1"/>
          </p:cNvGraphicFramePr>
          <p:nvPr>
            <p:ph idx="1"/>
            <p:extLst>
              <p:ext uri="{D42A27DB-BD31-4B8C-83A1-F6EECF244321}">
                <p14:modId xmlns:p14="http://schemas.microsoft.com/office/powerpoint/2010/main" val="3843033541"/>
              </p:ext>
            </p:extLst>
          </p:nvPr>
        </p:nvGraphicFramePr>
        <p:xfrm>
          <a:off x="838200" y="2166938"/>
          <a:ext cx="10515600" cy="34575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73170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 (flowchart):</a:t>
            </a:r>
          </a:p>
        </p:txBody>
      </p:sp>
      <p:sp>
        <p:nvSpPr>
          <p:cNvPr id="3" name="Content Placeholder 2"/>
          <p:cNvSpPr>
            <a:spLocks noGrp="1"/>
          </p:cNvSpPr>
          <p:nvPr>
            <p:ph idx="1"/>
          </p:nvPr>
        </p:nvSpPr>
        <p:spPr>
          <a:xfrm>
            <a:off x="1103312" y="1229032"/>
            <a:ext cx="8946541" cy="5019367"/>
          </a:xfrm>
        </p:spPr>
        <p:txBody>
          <a:bodyPr>
            <a:normAutofit lnSpcReduction="10000"/>
          </a:bodyPr>
          <a:lstStyle/>
          <a:p>
            <a:r>
              <a:rPr lang="en-US" b="0" i="0" dirty="0">
                <a:effectLst/>
                <a:latin typeface="Segoe UI Historic" panose="020B0502040204020203" pitchFamily="34" charset="0"/>
              </a:rPr>
              <a:t>the implementation of a voice detection system in bank security involves a combination of technical setup, training, and ongoing maintenance to ensure that it provides reliable and effective security for the bank and its customers. The steps are:</a:t>
            </a:r>
          </a:p>
          <a:p>
            <a:pPr marL="0" indent="0">
              <a:buNone/>
            </a:pPr>
            <a:r>
              <a:rPr lang="en-US" b="0" i="0" dirty="0">
                <a:effectLst/>
                <a:latin typeface="Segoe UI Historic" panose="020B0502040204020203" pitchFamily="34" charset="0"/>
              </a:rPr>
              <a:t>Bank choosing a reliable system with a high degree of accuracy</a:t>
            </a:r>
          </a:p>
          <a:p>
            <a:pPr marL="0" indent="0">
              <a:buNone/>
            </a:pPr>
            <a:endParaRPr lang="en-US" b="0" i="0" dirty="0">
              <a:effectLst/>
              <a:latin typeface="Segoe UI Historic" panose="020B0502040204020203" pitchFamily="34" charset="0"/>
            </a:endParaRPr>
          </a:p>
          <a:p>
            <a:endParaRPr lang="en-US" dirty="0"/>
          </a:p>
          <a:p>
            <a:pPr marL="0" indent="0">
              <a:buNone/>
            </a:pPr>
            <a:r>
              <a:rPr lang="en-US" b="0" i="0" dirty="0">
                <a:effectLst/>
                <a:latin typeface="Segoe UI Historic" panose="020B0502040204020203" pitchFamily="34" charset="0"/>
              </a:rPr>
              <a:t>Bank personnel collecting voice samples from authorized personnel and giving input them into the voice recognition system for training</a:t>
            </a:r>
          </a:p>
          <a:p>
            <a:pPr marL="0" indent="0">
              <a:buNone/>
            </a:pPr>
            <a:endParaRPr lang="en-US" dirty="0">
              <a:latin typeface="Segoe UI Historic" panose="020B0502040204020203" pitchFamily="34" charset="0"/>
            </a:endParaRPr>
          </a:p>
          <a:p>
            <a:pPr marL="0" indent="0">
              <a:buNone/>
            </a:pPr>
            <a:endParaRPr lang="en-US" dirty="0">
              <a:latin typeface="Segoe UI Historic" panose="020B0502040204020203" pitchFamily="34" charset="0"/>
            </a:endParaRPr>
          </a:p>
          <a:p>
            <a:pPr marL="0" indent="0">
              <a:buNone/>
            </a:pPr>
            <a:r>
              <a:rPr lang="en-US" b="0" i="0" dirty="0">
                <a:effectLst/>
                <a:latin typeface="Segoe UI Historic" panose="020B0502040204020203" pitchFamily="34" charset="0"/>
              </a:rPr>
              <a:t>The voice detection system being installed on a computer with appropriate hardware and software and configured to work with the bank's security system.</a:t>
            </a:r>
            <a:endParaRPr lang="en-US" dirty="0"/>
          </a:p>
        </p:txBody>
      </p:sp>
      <p:sp>
        <p:nvSpPr>
          <p:cNvPr id="4" name="Arrow: Down 3"/>
          <p:cNvSpPr/>
          <p:nvPr/>
        </p:nvSpPr>
        <p:spPr>
          <a:xfrm>
            <a:off x="4395019" y="3097161"/>
            <a:ext cx="776749" cy="5899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Down 4"/>
          <p:cNvSpPr/>
          <p:nvPr/>
        </p:nvSpPr>
        <p:spPr>
          <a:xfrm>
            <a:off x="4395019" y="4638368"/>
            <a:ext cx="776749" cy="5899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Down 5"/>
          <p:cNvSpPr/>
          <p:nvPr/>
        </p:nvSpPr>
        <p:spPr>
          <a:xfrm>
            <a:off x="4395019" y="6139014"/>
            <a:ext cx="776749" cy="5899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196645"/>
            <a:ext cx="8946541" cy="6538451"/>
          </a:xfrm>
        </p:spPr>
        <p:txBody>
          <a:bodyPr>
            <a:normAutofit lnSpcReduction="10000"/>
          </a:bodyPr>
          <a:lstStyle/>
          <a:p>
            <a:pPr marL="0" indent="0">
              <a:buNone/>
            </a:pPr>
            <a:r>
              <a:rPr lang="en-US" b="0" i="0" dirty="0">
                <a:effectLst/>
                <a:latin typeface="Segoe UI Historic" panose="020B0502040204020203" pitchFamily="34" charset="0"/>
              </a:rPr>
              <a:t>The system being calibrated to accurately recognize voices in the bank's environment. (This involves adjusting microphone sensitivity, setting noise thresholds, and testing the system to ensure accuracy)</a:t>
            </a:r>
          </a:p>
          <a:p>
            <a:pPr marL="0" indent="0">
              <a:buNone/>
            </a:pPr>
            <a:endParaRPr lang="en-US" dirty="0">
              <a:latin typeface="Segoe UI Historic" panose="020B0502040204020203" pitchFamily="34" charset="0"/>
            </a:endParaRPr>
          </a:p>
          <a:p>
            <a:pPr marL="0" indent="0">
              <a:buNone/>
            </a:pPr>
            <a:endParaRPr lang="en-US" b="0" i="0" dirty="0">
              <a:effectLst/>
              <a:latin typeface="Segoe UI Historic" panose="020B0502040204020203" pitchFamily="34" charset="0"/>
            </a:endParaRPr>
          </a:p>
          <a:p>
            <a:pPr marL="0" indent="0">
              <a:buNone/>
            </a:pPr>
            <a:r>
              <a:rPr lang="en-US" b="0" i="0" dirty="0">
                <a:effectLst/>
                <a:latin typeface="Segoe UI Historic" panose="020B0502040204020203" pitchFamily="34" charset="0"/>
              </a:rPr>
              <a:t>The voice detection system being integrated with other security measures, such as security cameras, access control systems, and alarm systems</a:t>
            </a:r>
          </a:p>
          <a:p>
            <a:pPr marL="0" indent="0">
              <a:buNone/>
            </a:pPr>
            <a:endParaRPr lang="en-US" b="0" i="0" dirty="0">
              <a:effectLst/>
              <a:latin typeface="Segoe UI Historic" panose="020B0502040204020203" pitchFamily="34" charset="0"/>
            </a:endParaRPr>
          </a:p>
          <a:p>
            <a:pPr marL="0" indent="0">
              <a:buNone/>
            </a:pPr>
            <a:r>
              <a:rPr lang="en-US" b="0" i="0" dirty="0">
                <a:effectLst/>
                <a:latin typeface="Segoe UI Historic" panose="020B0502040204020203" pitchFamily="34" charset="0"/>
              </a:rPr>
              <a:t>Bank personnel being trained on how to use the voice detection system, including when and how to activate it</a:t>
            </a:r>
          </a:p>
          <a:p>
            <a:pPr marL="0" indent="0">
              <a:buNone/>
            </a:pPr>
            <a:endParaRPr lang="en-US" b="0" i="0" dirty="0">
              <a:effectLst/>
              <a:latin typeface="Segoe UI Historic" panose="020B0502040204020203" pitchFamily="34" charset="0"/>
            </a:endParaRPr>
          </a:p>
          <a:p>
            <a:pPr marL="0" indent="0">
              <a:buNone/>
            </a:pPr>
            <a:r>
              <a:rPr lang="en-US" b="0" i="0" dirty="0">
                <a:effectLst/>
                <a:latin typeface="Segoe UI Historic" panose="020B0502040204020203" pitchFamily="34" charset="0"/>
              </a:rPr>
              <a:t>The system </a:t>
            </a:r>
            <a:r>
              <a:rPr lang="en-US" dirty="0">
                <a:latin typeface="Segoe UI Historic" panose="020B0502040204020203" pitchFamily="34" charset="0"/>
              </a:rPr>
              <a:t>being</a:t>
            </a:r>
            <a:r>
              <a:rPr lang="en-US" b="0" i="0" dirty="0">
                <a:effectLst/>
                <a:latin typeface="Segoe UI Historic" panose="020B0502040204020203" pitchFamily="34" charset="0"/>
              </a:rPr>
              <a:t> tested thoroughly to ensure that it works as intended, and any issues are addressed</a:t>
            </a:r>
          </a:p>
          <a:p>
            <a:pPr marL="0" indent="0">
              <a:buNone/>
            </a:pPr>
            <a:endParaRPr lang="en-US" b="0" i="0" dirty="0">
              <a:effectLst/>
              <a:latin typeface="Segoe UI Historic" panose="020B0502040204020203" pitchFamily="34" charset="0"/>
            </a:endParaRPr>
          </a:p>
          <a:p>
            <a:pPr marL="0" indent="0">
              <a:buNone/>
            </a:pPr>
            <a:endParaRPr lang="en-US" b="0" i="0" dirty="0">
              <a:effectLst/>
              <a:latin typeface="Segoe UI Historic" panose="020B0502040204020203" pitchFamily="34" charset="0"/>
            </a:endParaRPr>
          </a:p>
          <a:p>
            <a:pPr marL="0" indent="0">
              <a:buNone/>
            </a:pPr>
            <a:r>
              <a:rPr lang="en-US" b="0" i="0" dirty="0">
                <a:effectLst/>
                <a:latin typeface="Segoe UI Historic" panose="020B0502040204020203" pitchFamily="34" charset="0"/>
              </a:rPr>
              <a:t>Ongoing maintenance and testing are performed to ensure that the system continues to function properly and provide effective security for the bank</a:t>
            </a:r>
          </a:p>
          <a:p>
            <a:pPr marL="0" indent="0">
              <a:buNone/>
            </a:pPr>
            <a:endParaRPr lang="en-US" dirty="0"/>
          </a:p>
        </p:txBody>
      </p:sp>
      <p:sp>
        <p:nvSpPr>
          <p:cNvPr id="4" name="Arrow: Down 3"/>
          <p:cNvSpPr/>
          <p:nvPr/>
        </p:nvSpPr>
        <p:spPr>
          <a:xfrm>
            <a:off x="4395019" y="1297857"/>
            <a:ext cx="776749" cy="5899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Down 4"/>
          <p:cNvSpPr/>
          <p:nvPr/>
        </p:nvSpPr>
        <p:spPr>
          <a:xfrm>
            <a:off x="4395019" y="2514600"/>
            <a:ext cx="776749" cy="5899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Down 5"/>
          <p:cNvSpPr/>
          <p:nvPr/>
        </p:nvSpPr>
        <p:spPr>
          <a:xfrm>
            <a:off x="4429431" y="3613354"/>
            <a:ext cx="776749" cy="5899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Down 6"/>
          <p:cNvSpPr/>
          <p:nvPr/>
        </p:nvSpPr>
        <p:spPr>
          <a:xfrm>
            <a:off x="4429431" y="5009534"/>
            <a:ext cx="776749" cy="5899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4" name="Straight Connector 13"/>
          <p:cNvCxnSpPr>
            <a:cxnSpLocks noGrp="1" noRot="1" noChangeAspect="1" noMove="1" noResize="1" noEditPoints="1" noAdjustHandles="1" noChangeArrowheads="1" noChangeShapeType="1"/>
          </p:cNvCxnSpPr>
          <p:nvPr/>
        </p:nvCxnSpPr>
        <p:spPr>
          <a:xfrm>
            <a:off x="4065689"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16" name="Rectangle 15"/>
          <p:cNvSpPr>
            <a:spLocks noGrp="1" noRot="1" noChangeAspect="1" noMove="1" noResize="1" noEditPoints="1" noAdjustHandles="1" noChangeArrowheads="1" noChangeShapeType="1" noTextEdit="1"/>
          </p:cNvSpPr>
          <p:nvPr/>
        </p:nvSpPr>
        <p:spPr bwMode="ltGray">
          <a:xfrm>
            <a:off x="378068" y="463354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7538" y="4756638"/>
            <a:ext cx="11139854" cy="930447"/>
          </a:xfrm>
        </p:spPr>
        <p:txBody>
          <a:bodyPr vert="horz" lIns="91440" tIns="45720" rIns="91440" bIns="45720" rtlCol="0" anchor="b">
            <a:normAutofit/>
          </a:bodyPr>
          <a:lstStyle/>
          <a:p>
            <a:pPr algn="ctr" defTabSz="914400">
              <a:lnSpc>
                <a:spcPct val="90000"/>
              </a:lnSpc>
            </a:pPr>
            <a:r>
              <a:rPr lang="en-US" sz="5400">
                <a:solidFill>
                  <a:srgbClr val="FFFFFF"/>
                </a:solidFill>
              </a:rPr>
              <a:t>Implementation in ATM booth:</a:t>
            </a:r>
          </a:p>
        </p:txBody>
      </p:sp>
      <p:pic>
        <p:nvPicPr>
          <p:cNvPr id="5" name="Content Placeholder 4" descr="A picture containing text, electronics&#10;&#10;Description automatically generated"/>
          <p:cNvPicPr>
            <a:picLocks noGrp="1" noChangeAspect="1"/>
          </p:cNvPicPr>
          <p:nvPr>
            <p:ph idx="1"/>
          </p:nvPr>
        </p:nvPicPr>
        <p:blipFill>
          <a:blip r:embed="rId2"/>
          <a:stretch>
            <a:fillRect/>
          </a:stretch>
        </p:blipFill>
        <p:spPr>
          <a:xfrm>
            <a:off x="533731" y="307731"/>
            <a:ext cx="2998227" cy="3997637"/>
          </a:xfrm>
          <a:prstGeom prst="rect">
            <a:avLst/>
          </a:prstGeom>
        </p:spPr>
      </p:pic>
      <p:pic>
        <p:nvPicPr>
          <p:cNvPr id="7" name="Picture 6" descr="A close-up of a calculator&#10;&#10;Description automatically generated with medium confidence"/>
          <p:cNvPicPr>
            <a:picLocks noChangeAspect="1"/>
          </p:cNvPicPr>
          <p:nvPr/>
        </p:nvPicPr>
        <p:blipFill rotWithShape="1">
          <a:blip r:embed="rId3"/>
          <a:srcRect l="23082"/>
          <a:stretch>
            <a:fillRect/>
          </a:stretch>
        </p:blipFill>
        <p:spPr>
          <a:xfrm>
            <a:off x="4385729" y="883772"/>
            <a:ext cx="3433324" cy="2845554"/>
          </a:xfrm>
          <a:prstGeom prst="rect">
            <a:avLst/>
          </a:prstGeom>
        </p:spPr>
      </p:pic>
      <p:cxnSp>
        <p:nvCxnSpPr>
          <p:cNvPr id="18" name="Straight Connector 17"/>
          <p:cNvCxnSpPr>
            <a:cxnSpLocks noGrp="1" noRot="1" noChangeAspect="1" noMove="1" noResize="1" noEditPoints="1" noAdjustHandles="1" noChangeArrowheads="1" noChangeShapeType="1"/>
          </p:cNvCxnSpPr>
          <p:nvPr/>
        </p:nvCxnSpPr>
        <p:spPr>
          <a:xfrm>
            <a:off x="8153400"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text&#10;&#10;Description automatically generated"/>
          <p:cNvPicPr>
            <a:picLocks noChangeAspect="1"/>
          </p:cNvPicPr>
          <p:nvPr/>
        </p:nvPicPr>
        <p:blipFill rotWithShape="1">
          <a:blip r:embed="rId4"/>
          <a:srcRect b="11828"/>
          <a:stretch>
            <a:fillRect/>
          </a:stretch>
        </p:blipFill>
        <p:spPr>
          <a:xfrm>
            <a:off x="8886521" y="330045"/>
            <a:ext cx="2550323" cy="3997637"/>
          </a:xfrm>
          <a:prstGeom prst="rect">
            <a:avLst/>
          </a:prstGeom>
        </p:spPr>
      </p:pic>
      <p:cxnSp>
        <p:nvCxnSpPr>
          <p:cNvPr id="20" name="Straight Connector 19"/>
          <p:cNvCxnSpPr>
            <a:cxnSpLocks noGrp="1" noRot="1" noChangeAspect="1" noMove="1" noResize="1" noEditPoints="1" noAdjustHandles="1" noChangeArrowheads="1" noChangeShapeType="1"/>
          </p:cNvCxnSpPr>
          <p:nvPr/>
        </p:nvCxnSpPr>
        <p:spPr>
          <a:xfrm>
            <a:off x="2209800" y="573869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6"/>
          <p:cNvSpPr>
            <a:spLocks noGrp="1" noRot="1" noChangeAspect="1" noMove="1" noResize="1" noEditPoints="1" noAdjustHandles="1" noChangeArrowheads="1" noChangeShapeType="1" noTextEdit="1"/>
          </p:cNvSpPr>
          <p:nvPr/>
        </p:nvSpPr>
        <p:spPr bwMode="auto">
          <a:xfrm flipH="1">
            <a:off x="521144" y="911116"/>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lstStyle/>
          <a:p>
            <a:endParaRPr lang="en-US"/>
          </a:p>
        </p:txBody>
      </p:sp>
      <p:sp>
        <p:nvSpPr>
          <p:cNvPr id="15" name="Rectangle 8"/>
          <p:cNvSpPr>
            <a:spLocks noGrp="1" noRot="1" noChangeAspect="1" noMove="1" noResize="1" noEditPoints="1" noAdjustHandles="1" noChangeArrowheads="1" noChangeShapeType="1" noTextEdit="1"/>
          </p:cNvSpPr>
          <p:nvPr/>
        </p:nvSpPr>
        <p:spPr bwMode="auto">
          <a:xfrm flipH="1">
            <a:off x="0" y="1370435"/>
            <a:ext cx="527226" cy="5251646"/>
          </a:xfrm>
          <a:prstGeom prst="rect">
            <a:avLst/>
          </a:prstGeom>
          <a:solidFill>
            <a:schemeClr val="accent1"/>
          </a:solidFill>
          <a:ln>
            <a:noFill/>
          </a:ln>
        </p:spPr>
        <p:txBody>
          <a:bodyPr vert="horz" wrap="square" lIns="91440" tIns="45720" rIns="91440" bIns="45720" numCol="1" anchor="t" anchorCtr="0" compatLnSpc="1"/>
          <a:lstStyle/>
          <a:p>
            <a:endParaRPr lang="en-US"/>
          </a:p>
        </p:txBody>
      </p:sp>
      <p:sp>
        <p:nvSpPr>
          <p:cNvPr id="17" name="Freeform 7"/>
          <p:cNvSpPr>
            <a:spLocks noGrp="1" noRot="1" noChangeAspect="1" noMove="1" noResize="1" noEditPoints="1" noAdjustHandles="1" noChangeArrowheads="1" noChangeShapeType="1" noTextEdit="1"/>
          </p:cNvSpPr>
          <p:nvPr/>
        </p:nvSpPr>
        <p:spPr bwMode="auto">
          <a:xfrm flipH="1">
            <a:off x="800164" y="643467"/>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lstStyle/>
          <a:p>
            <a:endParaRPr lang="en-US"/>
          </a:p>
        </p:txBody>
      </p:sp>
      <p:sp>
        <p:nvSpPr>
          <p:cNvPr id="19" name="Rectangle 8"/>
          <p:cNvSpPr>
            <a:spLocks noGrp="1" noRot="1" noChangeAspect="1" noMove="1" noResize="1" noEditPoints="1" noAdjustHandles="1" noChangeArrowheads="1" noChangeShapeType="1" noTextEdit="1"/>
          </p:cNvSpPr>
          <p:nvPr/>
        </p:nvSpPr>
        <p:spPr bwMode="auto">
          <a:xfrm>
            <a:off x="795529" y="644382"/>
            <a:ext cx="3856024" cy="5251646"/>
          </a:xfrm>
          <a:prstGeom prst="rect">
            <a:avLst/>
          </a:prstGeom>
          <a:solidFill>
            <a:schemeClr val="accent1"/>
          </a:solidFill>
          <a:ln>
            <a:noFill/>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1146879" y="998002"/>
            <a:ext cx="3182940" cy="1471959"/>
          </a:xfrm>
        </p:spPr>
        <p:txBody>
          <a:bodyPr vert="horz" lIns="91440" tIns="45720" rIns="91440" bIns="45720" rtlCol="0" anchor="ctr">
            <a:normAutofit/>
          </a:bodyPr>
          <a:lstStyle/>
          <a:p>
            <a:pPr defTabSz="914400">
              <a:lnSpc>
                <a:spcPct val="90000"/>
              </a:lnSpc>
            </a:pPr>
            <a:r>
              <a:rPr lang="en-US" sz="3600" kern="1200">
                <a:solidFill>
                  <a:srgbClr val="FFFFFF"/>
                </a:solidFill>
                <a:latin typeface="+mj-lt"/>
                <a:ea typeface="+mj-ea"/>
                <a:cs typeface="+mj-cs"/>
              </a:rPr>
              <a:t>Contd……</a:t>
            </a:r>
          </a:p>
        </p:txBody>
      </p:sp>
      <p:sp>
        <p:nvSpPr>
          <p:cNvPr id="6" name="TextBox 5"/>
          <p:cNvSpPr txBox="1"/>
          <p:nvPr/>
        </p:nvSpPr>
        <p:spPr>
          <a:xfrm>
            <a:off x="1139635" y="2546161"/>
            <a:ext cx="3200451" cy="2985929"/>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2400">
                <a:solidFill>
                  <a:srgbClr val="FEFFFF"/>
                </a:solidFill>
              </a:rPr>
              <a:t>Figure : Future developments in ATM booth security system</a:t>
            </a:r>
          </a:p>
        </p:txBody>
      </p:sp>
      <p:pic>
        <p:nvPicPr>
          <p:cNvPr id="5" name="Content Placeholder 4" descr="Diagram&#10;&#10;Description automatically generated"/>
          <p:cNvPicPr>
            <a:picLocks noGrp="1" noChangeAspect="1"/>
          </p:cNvPicPr>
          <p:nvPr>
            <p:ph idx="1"/>
          </p:nvPr>
        </p:nvPicPr>
        <p:blipFill>
          <a:blip r:embed="rId2"/>
          <a:stretch>
            <a:fillRect/>
          </a:stretch>
        </p:blipFill>
        <p:spPr>
          <a:xfrm>
            <a:off x="4998268" y="1199536"/>
            <a:ext cx="6914754" cy="469649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a:t>Future Plans for the project:</a:t>
            </a:r>
            <a:endParaRPr lang="en-US" dirty="0"/>
          </a:p>
        </p:txBody>
      </p:sp>
      <p:graphicFrame>
        <p:nvGraphicFramePr>
          <p:cNvPr id="20" name="Content Placeholder 2"/>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62626"/>
        </a:solidFill>
        <a:effectLst/>
      </p:bgPr>
    </p:bg>
    <p:spTree>
      <p:nvGrpSpPr>
        <p:cNvPr id="1" name="Shape 305"/>
        <p:cNvGrpSpPr/>
        <p:nvPr/>
      </p:nvGrpSpPr>
      <p:grpSpPr>
        <a:xfrm>
          <a:off x="0" y="0"/>
          <a:ext cx="0" cy="0"/>
          <a:chOff x="0" y="0"/>
          <a:chExt cx="0" cy="0"/>
        </a:xfrm>
      </p:grpSpPr>
      <p:sp>
        <p:nvSpPr>
          <p:cNvPr id="306" name="Google Shape;306;p7"/>
          <p:cNvSpPr txBox="1">
            <a:spLocks noGrp="1"/>
          </p:cNvSpPr>
          <p:nvPr>
            <p:ph type="ctrTitle"/>
          </p:nvPr>
        </p:nvSpPr>
        <p:spPr>
          <a:xfrm>
            <a:off x="2751913" y="1492014"/>
            <a:ext cx="8791575" cy="23876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800"/>
              <a:buFont typeface="Twentieth Century"/>
              <a:buNone/>
            </a:pPr>
            <a:r>
              <a:rPr lang="en-US" dirty="0"/>
              <a:t>        </a:t>
            </a:r>
            <a:endParaRPr dirty="0"/>
          </a:p>
        </p:txBody>
      </p:sp>
      <p:sp>
        <p:nvSpPr>
          <p:cNvPr id="307" name="Google Shape;307;p7"/>
          <p:cNvSpPr txBox="1"/>
          <p:nvPr/>
        </p:nvSpPr>
        <p:spPr>
          <a:xfrm>
            <a:off x="3712306" y="2177982"/>
            <a:ext cx="6559141"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dirty="0">
                <a:solidFill>
                  <a:srgbClr val="FCCB87"/>
                </a:solidFill>
                <a:latin typeface="Algerian" panose="04020705040A02060702" pitchFamily="82" charset="0"/>
                <a:ea typeface="Century Gothic" panose="020B0502020202020204"/>
                <a:cs typeface="Times New Roman" panose="02020603050405020304" pitchFamily="18" charset="0"/>
                <a:sym typeface="Century Gothic" panose="020B0502020202020204"/>
              </a:rPr>
              <a:t>THANK YOU!</a:t>
            </a:r>
            <a:endParaRPr dirty="0">
              <a:latin typeface="Algerian" panose="04020705040A02060702" pitchFamily="82" charset="0"/>
              <a:cs typeface="Times New Roman" panose="02020603050405020304" pitchFamily="18" charset="0"/>
            </a:endParaRPr>
          </a:p>
        </p:txBody>
      </p:sp>
      <p:sp>
        <p:nvSpPr>
          <p:cNvPr id="308" name="Google Shape;308;p7"/>
          <p:cNvSpPr txBox="1"/>
          <p:nvPr/>
        </p:nvSpPr>
        <p:spPr>
          <a:xfrm>
            <a:off x="4220306" y="3061838"/>
            <a:ext cx="3859823"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dirty="0">
                <a:solidFill>
                  <a:srgbClr val="FDDCAF"/>
                </a:solidFill>
                <a:latin typeface="Algerian" panose="04020705040A02060702" pitchFamily="82" charset="0"/>
                <a:ea typeface="Century Gothic" panose="020B0502020202020204"/>
                <a:cs typeface="Times New Roman" panose="02020603050405020304" pitchFamily="18" charset="0"/>
                <a:sym typeface="Century Gothic" panose="020B0502020202020204"/>
              </a:rPr>
              <a:t>Any Questions</a:t>
            </a:r>
            <a:r>
              <a:rPr lang="en-US" sz="3600" dirty="0">
                <a:solidFill>
                  <a:srgbClr val="FDDCAF"/>
                </a:solidFill>
                <a:latin typeface="Algerian" panose="04020705040A02060702" pitchFamily="82" charset="0"/>
                <a:ea typeface="Calibri" panose="020F0502020204030204"/>
                <a:cs typeface="Times New Roman" panose="02020603050405020304" pitchFamily="18" charset="0"/>
                <a:sym typeface="Calibri" panose="020F0502020204030204"/>
              </a:rPr>
              <a:t>?</a:t>
            </a:r>
            <a:endParaRPr sz="3600" dirty="0">
              <a:solidFill>
                <a:srgbClr val="FDDCAF"/>
              </a:solidFill>
              <a:latin typeface="Algerian" panose="04020705040A02060702" pitchFamily="82" charset="0"/>
              <a:ea typeface="Century Gothic" panose="020B0502020202020204"/>
              <a:cs typeface="Times New Roman" panose="02020603050405020304" pitchFamily="18" charset="0"/>
              <a:sym typeface="Century Gothic" panose="020B0502020202020204"/>
            </a:endParaRPr>
          </a:p>
          <a:p>
            <a:pPr marL="0" marR="0" lvl="0" indent="0" algn="ctr" rtl="0">
              <a:spcBef>
                <a:spcPts val="0"/>
              </a:spcBef>
              <a:spcAft>
                <a:spcPts val="0"/>
              </a:spcAft>
              <a:buNone/>
            </a:pPr>
            <a:endParaRPr sz="3600" dirty="0">
              <a:solidFill>
                <a:schemeClr val="lt1"/>
              </a:solidFill>
              <a:latin typeface="Algerian" panose="04020705040A02060702" pitchFamily="82" charset="0"/>
              <a:ea typeface="Twentieth Century"/>
              <a:cs typeface="Times New Roman" panose="02020603050405020304" pitchFamily="18" charset="0"/>
              <a:sym typeface="Twentieth Century"/>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12</TotalTime>
  <Words>802</Words>
  <Application>Microsoft Office PowerPoint</Application>
  <PresentationFormat>Widescreen</PresentationFormat>
  <Paragraphs>118</Paragraphs>
  <Slides>18</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Algerian</vt:lpstr>
      <vt:lpstr>Arial</vt:lpstr>
      <vt:lpstr>Calibri</vt:lpstr>
      <vt:lpstr>Century Gothic</vt:lpstr>
      <vt:lpstr>Noto Sans Symbols</vt:lpstr>
      <vt:lpstr>Segoe UI Historic</vt:lpstr>
      <vt:lpstr>Times New Roman</vt:lpstr>
      <vt:lpstr>Twentieth Century</vt:lpstr>
      <vt:lpstr>Wingdings 3</vt:lpstr>
      <vt:lpstr>Ion</vt:lpstr>
      <vt:lpstr>        </vt:lpstr>
      <vt:lpstr>        </vt:lpstr>
      <vt:lpstr>Data collection:</vt:lpstr>
      <vt:lpstr>        </vt:lpstr>
      <vt:lpstr>Computing Mel Frequency Cepstral Coefficients</vt:lpstr>
      <vt:lpstr>DTW: Dynamic Time Warping</vt:lpstr>
      <vt:lpstr>PowerPoint Presentation</vt:lpstr>
      <vt:lpstr>        </vt:lpstr>
      <vt:lpstr>        </vt:lpstr>
      <vt:lpstr>Future Recommendations:</vt:lpstr>
      <vt:lpstr>PowerPoint Presentation</vt:lpstr>
      <vt:lpstr>Our result accuracy: </vt:lpstr>
      <vt:lpstr>Implementation (flowchart):</vt:lpstr>
      <vt:lpstr>PowerPoint Presentation</vt:lpstr>
      <vt:lpstr>Implementation in ATM booth:</vt:lpstr>
      <vt:lpstr>Contd……</vt:lpstr>
      <vt:lpstr>Future Plans for the project:</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ASUS</dc:creator>
  <cp:lastModifiedBy>Mridul</cp:lastModifiedBy>
  <cp:revision>31</cp:revision>
  <dcterms:created xsi:type="dcterms:W3CDTF">2022-08-29T14:48:00Z</dcterms:created>
  <dcterms:modified xsi:type="dcterms:W3CDTF">2023-03-03T04:53:50Z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305611E1FC39408AA65BC1451F89D40F</vt:lpwstr>
  </property>
  <property fmtid="{D5CDD505-2E9C-101B-9397-08002B2CF9AE}" pid="3" name="KSOProductBuildVer">
    <vt:lpwstr>1033-11.2.0.11498</vt:lpwstr>
  </property>
</Properties>
</file>